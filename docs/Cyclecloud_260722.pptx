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Lst>
  <p:notesMasterIdLst>
    <p:notesMasterId r:id="rId13"/>
  </p:notesMasterIdLst>
  <p:handoutMasterIdLst>
    <p:handoutMasterId r:id="rId14"/>
  </p:handoutMasterIdLst>
  <p:sldIdLst>
    <p:sldId id="2076138278" r:id="rId5"/>
    <p:sldId id="2076138424" r:id="rId6"/>
    <p:sldId id="2076138467" r:id="rId7"/>
    <p:sldId id="2076138466" r:id="rId8"/>
    <p:sldId id="2076138469" r:id="rId9"/>
    <p:sldId id="2076138470" r:id="rId10"/>
    <p:sldId id="2076138471" r:id="rId11"/>
    <p:sldId id="2076138472" r:id="rId1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14D70C25-0413-A24B-B22A-8EE89C82326F}">
          <p14:sldIdLst>
            <p14:sldId id="2076138278"/>
            <p14:sldId id="2076138424"/>
            <p14:sldId id="2076138467"/>
            <p14:sldId id="2076138466"/>
            <p14:sldId id="2076138469"/>
            <p14:sldId id="2076138470"/>
            <p14:sldId id="2076138471"/>
            <p14:sldId id="2076138472"/>
          </p14:sldIdLst>
        </p14:section>
      </p14:sectionLst>
    </p:ext>
    <p:ext uri="{EFAFB233-063F-42B5-8137-9DF3F51BA10A}">
      <p15:sldGuideLst xmlns:p15="http://schemas.microsoft.com/office/powerpoint/2012/main">
        <p15:guide id="2" orient="horz" pos="640" userDrawn="1">
          <p15:clr>
            <a:srgbClr val="A4A3A4"/>
          </p15:clr>
        </p15:guide>
        <p15:guide id="3"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2F2F"/>
    <a:srgbClr val="FFFFFF"/>
    <a:srgbClr val="666666"/>
    <a:srgbClr val="000000"/>
    <a:srgbClr val="8661C5"/>
    <a:srgbClr val="D59DFF"/>
    <a:srgbClr val="50E6FF"/>
    <a:srgbClr val="0069BA"/>
    <a:srgbClr val="9BF00B"/>
    <a:srgbClr val="0F78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814" autoAdjust="0"/>
  </p:normalViewPr>
  <p:slideViewPr>
    <p:cSldViewPr snapToGrid="0">
      <p:cViewPr>
        <p:scale>
          <a:sx n="66" d="100"/>
          <a:sy n="66" d="100"/>
        </p:scale>
        <p:origin x="366" y="1872"/>
      </p:cViewPr>
      <p:guideLst>
        <p:guide orient="horz" pos="640"/>
        <p:guide pos="3840"/>
      </p:guideLst>
    </p:cSldViewPr>
  </p:slideViewPr>
  <p:outlineViewPr>
    <p:cViewPr>
      <p:scale>
        <a:sx n="33" d="100"/>
        <a:sy n="33" d="100"/>
      </p:scale>
      <p:origin x="0" y="-44436"/>
    </p:cViewPr>
  </p:outlineViewPr>
  <p:notesTextViewPr>
    <p:cViewPr>
      <p:scale>
        <a:sx n="100" d="100"/>
        <a:sy n="100" d="100"/>
      </p:scale>
      <p:origin x="0" y="0"/>
    </p:cViewPr>
  </p:notesTextViewPr>
  <p:sorterViewPr>
    <p:cViewPr varScale="1">
      <p:scale>
        <a:sx n="1" d="1"/>
        <a:sy n="1" d="1"/>
      </p:scale>
      <p:origin x="0" y="-20925"/>
    </p:cViewPr>
  </p:sorterViewPr>
  <p:notesViewPr>
    <p:cSldViewPr snapToGrid="0" showGuides="1">
      <p:cViewPr varScale="1">
        <p:scale>
          <a:sx n="169" d="100"/>
          <a:sy n="169" d="100"/>
        </p:scale>
        <p:origin x="5232"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7/23/2026 10:37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7/23/2026 10:30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2C61DAB-D93E-49CA-B245-379601CFE8D0}" type="datetime8">
              <a:rPr lang="en-US" smtClean="0"/>
              <a:t>7/23/2026 10:30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318583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머리글 개체 틀 3"/>
          <p:cNvSpPr>
            <a:spLocks noGrp="1"/>
          </p:cNvSpPr>
          <p:nvPr>
            <p:ph type="hdr" sz="quarter"/>
          </p:nvPr>
        </p:nvSpPr>
        <p:spPr/>
        <p:txBody>
          <a:bodyPr/>
          <a:lstStyle/>
          <a:p>
            <a:endParaRPr lang="en-US" dirty="0"/>
          </a:p>
        </p:txBody>
      </p:sp>
      <p:sp>
        <p:nvSpPr>
          <p:cNvPr id="5" name="바닥글 개체 틀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날짜 개체 틀 5"/>
          <p:cNvSpPr>
            <a:spLocks noGrp="1"/>
          </p:cNvSpPr>
          <p:nvPr>
            <p:ph type="dt" idx="1"/>
          </p:nvPr>
        </p:nvSpPr>
        <p:spPr/>
        <p:txBody>
          <a:bodyPr/>
          <a:lstStyle/>
          <a:p>
            <a:fld id="{386CE63F-9E7F-4C04-9D0D-FCA25A8E9E86}" type="datetime8">
              <a:rPr lang="en-US" smtClean="0"/>
              <a:t>7/23/2026 10:30 AM</a:t>
            </a:fld>
            <a:endParaRPr lang="en-US" dirty="0"/>
          </a:p>
        </p:txBody>
      </p:sp>
      <p:sp>
        <p:nvSpPr>
          <p:cNvPr id="7" name="슬라이드 번호 개체 틀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3046360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NVIDIA</a:t>
            </a:r>
            <a:r>
              <a:rPr lang="ko-KR" altLang="en-US" dirty="0"/>
              <a:t> </a:t>
            </a:r>
            <a:r>
              <a:rPr lang="en-US" altLang="ko-KR" dirty="0"/>
              <a:t>NGC</a:t>
            </a:r>
            <a:r>
              <a:rPr lang="ko-KR" altLang="en-US" dirty="0"/>
              <a:t> 컨테이너 이미지를 </a:t>
            </a:r>
            <a:r>
              <a:rPr lang="en-US" altLang="ko-KR" dirty="0"/>
              <a:t>Docker </a:t>
            </a:r>
            <a:r>
              <a:rPr lang="ko-KR" altLang="en-US" dirty="0"/>
              <a:t>없이 </a:t>
            </a:r>
            <a:r>
              <a:rPr lang="en-US" altLang="ko-KR" dirty="0" err="1"/>
              <a:t>Slurm</a:t>
            </a:r>
            <a:r>
              <a:rPr lang="en-US" altLang="ko-KR" dirty="0"/>
              <a:t> </a:t>
            </a:r>
            <a:r>
              <a:rPr lang="ko-KR" altLang="en-US" dirty="0"/>
              <a:t>방식으로 실행하는 방법</a:t>
            </a:r>
            <a:endParaRPr lang="en-US" altLang="ko-KR" dirty="0"/>
          </a:p>
          <a:p>
            <a:endParaRPr lang="en-US" altLang="ko-KR" dirty="0"/>
          </a:p>
          <a:p>
            <a:r>
              <a:rPr lang="en-US" altLang="ko-KR" dirty="0"/>
              <a:t>NGC: Nvidia GPU Cloud - GPU </a:t>
            </a:r>
            <a:r>
              <a:rPr lang="ko-KR" altLang="en-US" dirty="0"/>
              <a:t>소프트웨어 패키지 플랫폼</a:t>
            </a:r>
            <a:endParaRPr lang="en-US" altLang="ko-KR" dirty="0"/>
          </a:p>
          <a:p>
            <a:endParaRPr lang="en-US" altLang="ko-KR" dirty="0"/>
          </a:p>
          <a:p>
            <a:r>
              <a:rPr lang="en-US" altLang="ko-KR" dirty="0"/>
              <a:t>Enroot</a:t>
            </a:r>
            <a:r>
              <a:rPr lang="ko-KR" altLang="en-US" dirty="0"/>
              <a:t>는 </a:t>
            </a:r>
            <a:r>
              <a:rPr lang="en-US" altLang="ko-KR" dirty="0"/>
              <a:t>Nvidia</a:t>
            </a:r>
            <a:r>
              <a:rPr lang="ko-KR" altLang="en-US" dirty="0"/>
              <a:t>가 만든 </a:t>
            </a:r>
            <a:r>
              <a:rPr lang="en-US" altLang="ko-KR" dirty="0"/>
              <a:t>HPC/AI </a:t>
            </a:r>
            <a:r>
              <a:rPr lang="ko-KR" altLang="en-US" dirty="0"/>
              <a:t>전용 경량 컨테이너 런타임으로 </a:t>
            </a:r>
            <a:r>
              <a:rPr lang="en-US" altLang="ko-KR" dirty="0"/>
              <a:t>Docker </a:t>
            </a:r>
            <a:r>
              <a:rPr lang="ko-KR" altLang="en-US" dirty="0" err="1"/>
              <a:t>데몬과</a:t>
            </a:r>
            <a:r>
              <a:rPr lang="ko-KR" altLang="en-US" dirty="0"/>
              <a:t> </a:t>
            </a:r>
            <a:r>
              <a:rPr lang="en-US" altLang="ko-KR" dirty="0"/>
              <a:t>root </a:t>
            </a:r>
            <a:r>
              <a:rPr lang="ko-KR" altLang="en-US" dirty="0"/>
              <a:t>권한이 불필요</a:t>
            </a:r>
            <a:endParaRPr lang="en-US" altLang="ko-KR" dirty="0"/>
          </a:p>
          <a:p>
            <a:r>
              <a:rPr lang="en-US" altLang="ko-KR" dirty="0"/>
              <a:t>Docker </a:t>
            </a:r>
            <a:r>
              <a:rPr lang="ko-KR" altLang="en-US" dirty="0"/>
              <a:t>이미지를 파일시스템 </a:t>
            </a:r>
            <a:r>
              <a:rPr lang="en-US" altLang="ko-KR" dirty="0" err="1"/>
              <a:t>squashfs</a:t>
            </a:r>
            <a:r>
              <a:rPr lang="en-US" altLang="ko-KR" dirty="0"/>
              <a:t> </a:t>
            </a:r>
            <a:r>
              <a:rPr lang="ko-KR" altLang="en-US" dirty="0"/>
              <a:t>로 변환해서 실행</a:t>
            </a:r>
            <a:endParaRPr lang="en-US" altLang="ko-KR" dirty="0"/>
          </a:p>
          <a:p>
            <a:endParaRPr lang="en-US" altLang="ko-KR" dirty="0"/>
          </a:p>
          <a:p>
            <a:r>
              <a:rPr lang="en-US" altLang="ko-KR" dirty="0"/>
              <a:t>Pyxis</a:t>
            </a:r>
            <a:r>
              <a:rPr lang="ko-KR" altLang="en-US" dirty="0"/>
              <a:t>는 </a:t>
            </a:r>
            <a:r>
              <a:rPr lang="en-US" altLang="ko-KR" dirty="0" err="1"/>
              <a:t>slurm</a:t>
            </a:r>
            <a:r>
              <a:rPr lang="ko-KR" altLang="en-US" dirty="0"/>
              <a:t>이 </a:t>
            </a:r>
            <a:r>
              <a:rPr lang="en-US" altLang="ko-KR" dirty="0"/>
              <a:t>Enroot </a:t>
            </a:r>
            <a:r>
              <a:rPr lang="ko-KR" altLang="en-US" dirty="0"/>
              <a:t>컨테이너를 직접 실행하게 해주는 플러그인</a:t>
            </a:r>
            <a:endParaRPr lang="en-US" altLang="ko-KR" dirty="0"/>
          </a:p>
          <a:p>
            <a:r>
              <a:rPr lang="en-US" altLang="ko-KR" dirty="0"/>
              <a:t>Job </a:t>
            </a:r>
            <a:r>
              <a:rPr lang="ko-KR" altLang="en-US" dirty="0"/>
              <a:t>실행 시 이를 수행</a:t>
            </a:r>
            <a:endParaRPr lang="en-US" altLang="ko-KR" dirty="0"/>
          </a:p>
          <a:p>
            <a:endParaRPr lang="en-US" altLang="ko-KR" dirty="0"/>
          </a:p>
          <a:p>
            <a:endParaRPr lang="ko-KR" altLang="en-US" dirty="0"/>
          </a:p>
        </p:txBody>
      </p:sp>
      <p:sp>
        <p:nvSpPr>
          <p:cNvPr id="4" name="머리글 개체 틀 3"/>
          <p:cNvSpPr>
            <a:spLocks noGrp="1"/>
          </p:cNvSpPr>
          <p:nvPr>
            <p:ph type="hdr" sz="quarter"/>
          </p:nvPr>
        </p:nvSpPr>
        <p:spPr/>
        <p:txBody>
          <a:bodyPr/>
          <a:lstStyle/>
          <a:p>
            <a:endParaRPr lang="en-US" dirty="0"/>
          </a:p>
        </p:txBody>
      </p:sp>
      <p:sp>
        <p:nvSpPr>
          <p:cNvPr id="5" name="바닥글 개체 틀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날짜 개체 틀 5"/>
          <p:cNvSpPr>
            <a:spLocks noGrp="1"/>
          </p:cNvSpPr>
          <p:nvPr>
            <p:ph type="dt" idx="1"/>
          </p:nvPr>
        </p:nvSpPr>
        <p:spPr/>
        <p:txBody>
          <a:bodyPr/>
          <a:lstStyle/>
          <a:p>
            <a:fld id="{386CE63F-9E7F-4C04-9D0D-FCA25A8E9E86}" type="datetime8">
              <a:rPr lang="en-US" smtClean="0"/>
              <a:t>7/23/2026 10:30 AM</a:t>
            </a:fld>
            <a:endParaRPr lang="en-US" dirty="0"/>
          </a:p>
        </p:txBody>
      </p:sp>
      <p:sp>
        <p:nvSpPr>
          <p:cNvPr id="7" name="슬라이드 번호 개체 틀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133043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7/23/2026 10:30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621346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10.jp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11.jpg"/><Relationship Id="rId4" Type="http://schemas.openxmlformats.org/officeDocument/2006/relationships/image" Target="../media/image10.jp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Master" Target="../slideMasters/slideMaster1.xml"/><Relationship Id="rId4" Type="http://schemas.openxmlformats.org/officeDocument/2006/relationships/image" Target="../media/image16.jp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Master" Target="../slideMasters/slideMaster1.xml"/><Relationship Id="rId5" Type="http://schemas.openxmlformats.org/officeDocument/2006/relationships/image" Target="../media/image20.jpg"/><Relationship Id="rId4" Type="http://schemas.openxmlformats.org/officeDocument/2006/relationships/image" Target="../media/image19.jp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21.jpg"/><Relationship Id="rId5" Type="http://schemas.openxmlformats.org/officeDocument/2006/relationships/image" Target="../media/image11.jpg"/><Relationship Id="rId4" Type="http://schemas.openxmlformats.org/officeDocument/2006/relationships/image" Target="../media/image10.jp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10.jp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11.jpg"/><Relationship Id="rId4" Type="http://schemas.openxmlformats.org/officeDocument/2006/relationships/image" Target="../media/image10.jp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21.jpg"/><Relationship Id="rId5" Type="http://schemas.openxmlformats.org/officeDocument/2006/relationships/image" Target="../media/image11.jpg"/><Relationship Id="rId4" Type="http://schemas.openxmlformats.org/officeDocument/2006/relationships/image" Target="../media/image10.jp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ko-KR" altLang="en-US"/>
              <a:t>그림을 추가하려면 아이콘을 클릭하십시오</a:t>
            </a:r>
            <a:endParaRPr lang="en-US"/>
          </a:p>
        </p:txBody>
      </p:sp>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ko-KR" altLang="en-US"/>
              <a:t>그림을 추가하려면 아이콘을 클릭하십시오</a:t>
            </a:r>
            <a:endParaRPr lang="en-US"/>
          </a:p>
        </p:txBody>
      </p:sp>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제목 슬라이드">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0899690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36989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ko-KR" altLang="en-US"/>
              <a:t>그림을 추가하려면 아이콘을 클릭하십시오</a:t>
            </a:r>
            <a:endParaRPr lang="en-US"/>
          </a:p>
        </p:txBody>
      </p:sp>
    </p:spTree>
    <p:extLst>
      <p:ext uri="{BB962C8B-B14F-4D97-AF65-F5344CB8AC3E}">
        <p14:creationId xmlns:p14="http://schemas.microsoft.com/office/powerpoint/2010/main" val="86737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userDrawn="1">
          <p15:clr>
            <a:srgbClr val="FBAE40"/>
          </p15:clr>
        </p15:guide>
        <p15:guide id="6" pos="336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dirty="0"/>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99961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369457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ko-KR" altLang="en-US"/>
              <a:t>마스터 제목 스타일 편집</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ko-KR" altLang="en-US"/>
              <a:t>마스터 제목 스타일 편집</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ko-KR" altLang="en-US"/>
              <a:t>마스터 제목 스타일 편집</a:t>
            </a:r>
            <a:endParaRPr lang="en-US"/>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ko-KR" altLang="en-US"/>
              <a:t>마스터 제목 스타일 편집</a:t>
            </a:r>
            <a:endParaRPr lang="en-US"/>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ko-KR" altLang="en-US"/>
              <a:t>마스터 제목 스타일 편집</a:t>
            </a:r>
            <a:endParaRPr lang="en-US" dirty="0"/>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ko-KR" altLang="en-US"/>
              <a:t>마스터 텍스트 스타일을 편집하려면 클릭</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ko-KR" altLang="en-US"/>
              <a:t>마스터 텍스트 스타일을 편집하려면 클릭</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32885701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ko-KR" altLang="en-US"/>
              <a:t>마스터 제목 스타일 편집</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ko-KR" altLang="en-US"/>
              <a:t>마스터 텍스트 스타일을 편집하려면 클릭</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ko-KR" altLang="en-US"/>
              <a:t>마스터 텍스트 스타일을 편집하려면 클릭</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10107088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ko-KR" altLang="en-US"/>
              <a:t>마스터 제목 스타일 편집</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ko-KR" altLang="en-US"/>
              <a:t>마스터 텍스트 스타일을 편집하려면 클릭</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ko-KR" altLang="en-US"/>
              <a:t>마스터 텍스트 스타일을 편집하려면 클릭</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ko-KR" altLang="en-US"/>
              <a:t>마스터 텍스트 스타일을 편집하려면 클릭</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369691834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ko-KR" altLang="en-US"/>
              <a:t>마스터 제목 스타일 편집</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ko-KR" altLang="en-US"/>
              <a:t>마스터 텍스트 스타일을 편집하려면 클릭</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ko-KR" altLang="en-US"/>
              <a:t>마스터 텍스트 스타일을 편집하려면 클릭</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ko-KR" altLang="en-US"/>
              <a:t>마스터 텍스트 스타일을 편집하려면 클릭</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ko-KR" altLang="en-US"/>
              <a:t>마스터 텍스트 스타일을 편집하려면 클릭</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199388161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ko-KR" altLang="en-US"/>
              <a:t>마스터 제목 스타일 편집</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32655189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userDrawn="1">
          <p15:clr>
            <a:srgbClr val="5ACBF0"/>
          </p15:clr>
        </p15:guide>
        <p15:guide id="7" pos="1795" userDrawn="1">
          <p15:clr>
            <a:srgbClr val="5ACBF0"/>
          </p15:clr>
        </p15:guide>
        <p15:guide id="8" pos="3035" userDrawn="1">
          <p15:clr>
            <a:srgbClr val="5ACBF0"/>
          </p15:clr>
        </p15:guide>
        <p15:guide id="9" pos="3221" userDrawn="1">
          <p15:clr>
            <a:srgbClr val="5ACBF0"/>
          </p15:clr>
        </p15:guide>
        <p15:guide id="10" pos="4461" userDrawn="1">
          <p15:clr>
            <a:srgbClr val="5ACBF0"/>
          </p15:clr>
        </p15:guide>
        <p15:guide id="11" pos="5890" userDrawn="1">
          <p15:clr>
            <a:srgbClr val="5ACBF0"/>
          </p15:clr>
        </p15:guide>
        <p15:guide id="12" orient="horz" pos="1436">
          <p15:clr>
            <a:srgbClr val="5ACBF0"/>
          </p15:clr>
        </p15:guide>
        <p15:guide id="13" pos="4646" userDrawn="1">
          <p15:clr>
            <a:srgbClr val="5ACBF0"/>
          </p15:clr>
        </p15:guide>
        <p15:guide id="14" pos="6072"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ko-KR" altLang="en-US"/>
              <a:t>마스터 제목 스타일 편집</a:t>
            </a:r>
            <a:endParaRPr lang="en-US" dirty="0"/>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ko-KR" altLang="en-US"/>
              <a:t>마스터 제목 스타일 편집</a:t>
            </a:r>
            <a:endParaRPr lang="en-US" dirty="0"/>
          </a:p>
        </p:txBody>
      </p:sp>
    </p:spTree>
    <p:extLst>
      <p:ext uri="{BB962C8B-B14F-4D97-AF65-F5344CB8AC3E}">
        <p14:creationId xmlns:p14="http://schemas.microsoft.com/office/powerpoint/2010/main" val="61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userDrawn="1">
          <p15:clr>
            <a:srgbClr val="5ACBF0"/>
          </p15:clr>
        </p15:guide>
        <p15:guide id="34" pos="3336"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ko-KR" altLang="en-US"/>
              <a:t>마스터 제목 스타일 편집</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userDrawn="1">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guide id="31" pos="38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ko-KR" altLang="en-US"/>
              <a:t>마스터 제목 스타일 편집</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589192910"/>
      </p:ext>
    </p:extLst>
  </p:cSld>
  <p:clrMapOvr>
    <a:masterClrMapping/>
  </p:clrMapOvr>
  <p:transition>
    <p:fade/>
  </p:transition>
  <p:extLst>
    <p:ext uri="{DCECCB84-F9BA-43D5-87BE-67443E8EF086}">
      <p15:sldGuideLst xmlns:p15="http://schemas.microsoft.com/office/powerpoint/2012/main">
        <p15:guide id="2" orient="horz" pos="1162" userDrawn="1">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ko-KR" altLang="en-US"/>
              <a:t>마스터 제목 스타일 편집</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287030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ko-KR" altLang="en-US"/>
              <a:t>마스터 제목 스타일 편집</a:t>
            </a:r>
            <a:endParaRPr lang="en-US" dirty="0"/>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10658693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ko-KR" altLang="en-US"/>
              <a:t>마스터 제목 스타일 편집</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ko-KR" altLang="en-US"/>
              <a:t>마스터 텍스트 스타일을 편집하려면 클릭</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ko-KR" altLang="en-US"/>
              <a:t>마스터 텍스트 스타일을 편집하려면 클릭</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11333069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ko-KR" altLang="en-US"/>
              <a:t>마스터 제목 스타일 편집</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ko-KR" altLang="en-US"/>
              <a:t>마스터 텍스트 스타일을 편집하려면 클릭</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ko-KR" altLang="en-US"/>
              <a:t>마스터 텍스트 스타일을 편집하려면 클릭</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ko-KR" altLang="en-US"/>
              <a:t>마스터 텍스트 스타일을 편집하려면 클릭</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3422089322"/>
      </p:ext>
    </p:extLst>
  </p:cSld>
  <p:clrMapOvr>
    <a:masterClrMapping/>
  </p:clrMapOvr>
  <p:transition>
    <p:fade/>
  </p:transition>
  <p:extLst>
    <p:ext uri="{DCECCB84-F9BA-43D5-87BE-67443E8EF086}">
      <p15:sldGuideLst xmlns:p15="http://schemas.microsoft.com/office/powerpoint/2012/main">
        <p15:guide id="3" orient="horz" pos="1162" userDrawn="1">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ko-KR" altLang="en-US"/>
              <a:t>마스터 제목 스타일 편집</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ko-KR" altLang="en-US"/>
              <a:t>마스터 텍스트 스타일을 편집하려면 클릭</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ko-KR" altLang="en-US"/>
              <a:t>마스터 텍스트 스타일을 편집하려면 클릭</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ko-KR" altLang="en-US"/>
              <a:t>마스터 텍스트 스타일을 편집하려면 클릭</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ko-KR" altLang="en-US"/>
              <a:t>마스터 텍스트 스타일을 편집하려면 클릭</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375996806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ko-KR" altLang="en-US"/>
              <a:t>마스터 제목 스타일 편집</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2510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ko-KR" altLang="en-US"/>
              <a:t>마스터 제목 스타일 편집</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2274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ko-KR" altLang="en-US"/>
              <a:t>마스터 제목 스타일 편집</a:t>
            </a:r>
            <a:endParaRPr lang="en-US" dirty="0"/>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3180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ko-KR" altLang="en-US"/>
              <a:t>마스터 제목 스타일 편집</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ko-KR" altLang="en-US"/>
              <a:t>마스터 텍스트 스타일을 편집하려면 클릭</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ko-KR" altLang="en-US"/>
              <a:t>마스터 텍스트 스타일을 편집하려면 클릭</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576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ko-KR" altLang="en-US"/>
              <a:t>마스터 제목 스타일 편집</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ko-KR" altLang="en-US"/>
              <a:t>마스터 텍스트 스타일을 편집하려면 클릭</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ko-KR" altLang="en-US"/>
              <a:t>마스터 텍스트 스타일을 편집하려면 클릭</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ko-KR" altLang="en-US"/>
              <a:t>마스터 텍스트 스타일을 편집하려면 클릭</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68791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ko-KR" altLang="en-US"/>
              <a:t>마스터 제목 스타일 편집</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ko-KR" altLang="en-US"/>
              <a:t>마스터 텍스트 스타일을 편집하려면 클릭</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ko-KR" altLang="en-US"/>
              <a:t>마스터 텍스트 스타일을 편집하려면 클릭</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ko-KR" altLang="en-US"/>
              <a:t>마스터 텍스트 스타일을 편집하려면 클릭</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ko-KR" altLang="en-US"/>
              <a:t>마스터 텍스트 스타일을 편집하려면 클릭</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46758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ko-KR" altLang="en-US"/>
              <a:t>마스터 제목 스타일 편집</a:t>
            </a:r>
            <a:endParaRPr lang="en-US" dirty="0"/>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70829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ko-KR" altLang="en-US"/>
              <a:t>마스터 제목 스타일 편집</a:t>
            </a:r>
            <a:endParaRPr lang="en-US" dirty="0"/>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890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ko-KR" altLang="en-US"/>
              <a:t>마스터 제목 스타일 편집</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dirty="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dirty="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8886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ko-KR" altLang="en-US"/>
              <a:t>마스터 제목 스타일 편집</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7838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ko-KR" altLang="en-US"/>
              <a:t>마스터 제목 스타일 편집</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137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ko-KR" altLang="en-US"/>
              <a:t>마스터 제목 스타일 편집</a:t>
            </a:r>
            <a:endParaRPr lang="en-US" dirty="0"/>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Tree>
    <p:extLst>
      <p:ext uri="{BB962C8B-B14F-4D97-AF65-F5344CB8AC3E}">
        <p14:creationId xmlns:p14="http://schemas.microsoft.com/office/powerpoint/2010/main" val="1185091634"/>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ko-KR" altLang="en-US"/>
              <a:t>마스터 제목 스타일 편집</a:t>
            </a:r>
            <a:endParaRPr lang="en-US" dirty="0"/>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Tree>
    <p:extLst>
      <p:ext uri="{BB962C8B-B14F-4D97-AF65-F5344CB8AC3E}">
        <p14:creationId xmlns:p14="http://schemas.microsoft.com/office/powerpoint/2010/main" val="1598530170"/>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ko-KR" altLang="en-US"/>
              <a:t>마스터 제목 스타일 편집</a:t>
            </a:r>
            <a:endParaRPr lang="en-US" dirty="0"/>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ko-KR" altLang="en-US"/>
              <a:t>마스터 텍스트 스타일을 편집하려면 클릭</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ko-KR" altLang="en-US"/>
              <a:t>마스터 텍스트 스타일을 편집하려면 클릭</a:t>
            </a:r>
          </a:p>
        </p:txBody>
      </p:sp>
    </p:spTree>
    <p:extLst>
      <p:ext uri="{BB962C8B-B14F-4D97-AF65-F5344CB8AC3E}">
        <p14:creationId xmlns:p14="http://schemas.microsoft.com/office/powerpoint/2010/main" val="3212407088"/>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ko-KR" altLang="en-US"/>
              <a:t>마스터 텍스트 스타일을 편집하려면 클릭</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ko-KR" altLang="en-US"/>
              <a:t>마스터 제목 스타일 편집</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ko-KR" altLang="en-US"/>
              <a:t>그림을 추가하려면 아이콘을 클릭하십시오</a:t>
            </a:r>
            <a:endParaRPr lang="en-US" dirty="0"/>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ko-KR" altLang="en-US"/>
              <a:t>마스터 제목 스타일 편집</a:t>
            </a:r>
            <a:endParaRPr lang="en-US" dirty="0"/>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38435284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ko-KR" altLang="en-US"/>
              <a:t>그림을 추가하려면 아이콘을 클릭하십시오</a:t>
            </a:r>
            <a:endParaRPr lang="en-US" dirty="0"/>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ko-KR" altLang="en-US"/>
              <a:t>마스터 제목 스타일 편집</a:t>
            </a:r>
            <a:endParaRPr lang="en-US" dirty="0"/>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156516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userDrawn="1">
          <p15:clr>
            <a:srgbClr val="A4A3A4"/>
          </p15:clr>
        </p15:guide>
        <p15:guide id="19" pos="334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ko-KR" altLang="en-US"/>
              <a:t>마스터 제목 스타일 편집</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17962772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ko-KR" altLang="en-US"/>
              <a:t>마스터 제목 스타일 편집</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ko-KR" altLang="en-US"/>
              <a:t>마스터 제목 스타일 편집</a:t>
            </a:r>
            <a:endParaRPr lang="en-US" dirty="0"/>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endParaRPr lang="en-US" dirty="0"/>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9094434"/>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ko-KR" altLang="en-US"/>
              <a:t>마스터 제목 스타일 편집</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ko-KR" altLang="en-US"/>
              <a:t>마스터 제목 스타일 편집</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ko-KR" altLang="en-US"/>
              <a:t>마스터 제목 스타일 편집</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2058752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ko-KR" altLang="en-US"/>
              <a:t>마스터 제목 스타일 편집</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ko-KR" altLang="en-US"/>
              <a:t>마스터 텍스트 스타일을 편집하려면 클릭</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ko-KR" altLang="en-US"/>
              <a:t>마스터 텍스트 스타일을 편집하려면 클릭</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userDrawn="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ko-KR" altLang="en-US"/>
              <a:t>마스터 제목 스타일 편집</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ko-KR" altLang="en-US"/>
              <a:t>마스터 텍스트 스타일을 편집하려면 클릭</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ko-KR" altLang="en-US"/>
              <a:t>마스터 텍스트 스타일을 편집하려면 클릭</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ko-KR" altLang="en-US"/>
              <a:t>마스터 텍스트 스타일을 편집하려면 클릭</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userDrawn="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ko-KR" altLang="en-US"/>
              <a:t>마스터 제목 스타일 편집</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ko-KR" altLang="en-US"/>
              <a:t>마스터 텍스트 스타일을 편집하려면 클릭</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ko-KR" altLang="en-US"/>
              <a:t>마스터 텍스트 스타일을 편집하려면 클릭</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ko-KR" altLang="en-US"/>
              <a:t>마스터 텍스트 스타일을 편집하려면 클릭</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ko-KR" altLang="en-US"/>
              <a:t>마스터 텍스트 스타일을 편집하려면 클릭</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userDrawn="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ko-KR" altLang="en-US"/>
              <a:t>마스터 제목 스타일 편집</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624772569"/>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4" orient="horz" pos="3209" userDrawn="1">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userDrawn="1">
          <p15:clr>
            <a:srgbClr val="5ACBF0"/>
          </p15:clr>
        </p15:guide>
        <p15:guide id="15" pos="3451" userDrawn="1">
          <p15:clr>
            <a:srgbClr val="5ACBF0"/>
          </p15:clr>
        </p15:guide>
        <p15:guide id="16" pos="4229" userDrawn="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ko-KR" altLang="en-US"/>
              <a:t>마스터 제목 스타일 편집</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82817732"/>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userDrawn="1">
          <p15:clr>
            <a:srgbClr val="5ACBF0"/>
          </p15:clr>
        </p15:guide>
        <p15:guide id="15" pos="2168" userDrawn="1">
          <p15:clr>
            <a:srgbClr val="5ACBF0"/>
          </p15:clr>
        </p15:guide>
        <p15:guide id="16" pos="2944" userDrawn="1">
          <p15:clr>
            <a:srgbClr val="5ACBF0"/>
          </p15:clr>
        </p15:guide>
        <p15:guide id="17" pos="4738" userDrawn="1">
          <p15:clr>
            <a:srgbClr val="5ACBF0"/>
          </p15:clr>
        </p15:guide>
        <p15:guide id="18" pos="5514" userDrawn="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ko-KR" altLang="en-US"/>
              <a:t>마스터 제목 스타일 편집</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45299928"/>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userDrawn="1">
          <p15:clr>
            <a:srgbClr val="5ACBF0"/>
          </p15:clr>
        </p15:guide>
        <p15:guide id="16" pos="1524" userDrawn="1">
          <p15:clr>
            <a:srgbClr val="5ACBF0"/>
          </p15:clr>
        </p15:guide>
        <p15:guide id="17" pos="2298" userDrawn="1">
          <p15:clr>
            <a:srgbClr val="5ACBF0"/>
          </p15:clr>
        </p15:guide>
        <p15:guide id="18" pos="3450" userDrawn="1">
          <p15:clr>
            <a:srgbClr val="5ACBF0"/>
          </p15:clr>
        </p15:guide>
        <p15:guide id="19" pos="4230" userDrawn="1">
          <p15:clr>
            <a:srgbClr val="5ACBF0"/>
          </p15:clr>
        </p15:guide>
        <p15:guide id="20" pos="5380" userDrawn="1">
          <p15:clr>
            <a:srgbClr val="5ACBF0"/>
          </p15:clr>
        </p15:guide>
        <p15:guide id="21" pos="6156" userDrawn="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ko-KR" altLang="en-US"/>
              <a:t>마스터 제목 스타일 편집</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059039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ko-KR" altLang="en-US"/>
              <a:t>마스터 제목 스타일 편집</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61602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userDrawn="1">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ko-KR" altLang="en-US"/>
              <a:t>마스터 제목 스타일 편집</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67531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userDrawn="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ko-KR" altLang="en-US"/>
              <a:t>마스터 제목 스타일 편집</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ko-KR" altLang="en-US"/>
              <a:t>마스터 텍스트 스타일을 편집하려면 클릭</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746468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userDrawn="1">
          <p15:clr>
            <a:srgbClr val="5ACBF0"/>
          </p15:clr>
        </p15:guide>
        <p15:guide id="3" pos="6216" userDrawn="1">
          <p15:clr>
            <a:srgbClr val="5ACBF0"/>
          </p15:clr>
        </p15:guide>
        <p15:guide id="5" pos="5850" userDrawn="1">
          <p15:clr>
            <a:srgbClr val="5ACBF0"/>
          </p15:clr>
        </p15:guide>
        <p15:guide id="7" pos="4392" userDrawn="1">
          <p15:clr>
            <a:srgbClr val="5ACBF0"/>
          </p15:clr>
        </p15:guide>
        <p15:guide id="8" pos="3292" userDrawn="1">
          <p15:clr>
            <a:srgbClr val="5ACBF0"/>
          </p15:clr>
        </p15:guide>
        <p15:guide id="10" pos="2926">
          <p15:clr>
            <a:srgbClr val="5ACBF0"/>
          </p15:clr>
        </p15:guide>
        <p15:guide id="11" pos="4754" userDrawn="1">
          <p15:clr>
            <a:srgbClr val="5ACBF0"/>
          </p15:clr>
        </p15:guide>
        <p15:guide id="13" pos="1464" userDrawn="1">
          <p15:clr>
            <a:srgbClr val="5ACBF0"/>
          </p15:clr>
        </p15:guide>
        <p15:guide id="14" orient="horz" pos="1440">
          <p15:clr>
            <a:srgbClr val="5ACBF0"/>
          </p15:clr>
        </p15:guide>
        <p15:guide id="15" pos="1830" userDrawn="1">
          <p15:clr>
            <a:srgbClr val="5ACBF0"/>
          </p15:clr>
        </p15:guide>
        <p15:guide id="16" orient="horz" pos="2533" userDrawn="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dirty="0"/>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dirty="0"/>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dirty="0"/>
              <a:t>Add quote text here Add quote text here Add quote text here Add quote text here Add quote text here</a:t>
            </a:r>
          </a:p>
        </p:txBody>
      </p:sp>
    </p:spTree>
    <p:extLst>
      <p:ext uri="{BB962C8B-B14F-4D97-AF65-F5344CB8AC3E}">
        <p14:creationId xmlns:p14="http://schemas.microsoft.com/office/powerpoint/2010/main" val="32705632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dirty="0"/>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dirty="0"/>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dirty="0"/>
              <a:t>Add quote text here</a:t>
            </a:r>
          </a:p>
        </p:txBody>
      </p:sp>
    </p:spTree>
    <p:extLst>
      <p:ext uri="{BB962C8B-B14F-4D97-AF65-F5344CB8AC3E}">
        <p14:creationId xmlns:p14="http://schemas.microsoft.com/office/powerpoint/2010/main" val="16069523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dirty="0"/>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ko-KR" altLang="en-US"/>
              <a:t>그림을 추가하려면 아이콘을 클릭하십시오</a:t>
            </a:r>
            <a:endParaRPr lang="en-US" dirty="0"/>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dirty="0"/>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dirty="0"/>
              <a:t>Add quote text here</a:t>
            </a:r>
          </a:p>
        </p:txBody>
      </p:sp>
    </p:spTree>
    <p:extLst>
      <p:ext uri="{BB962C8B-B14F-4D97-AF65-F5344CB8AC3E}">
        <p14:creationId xmlns:p14="http://schemas.microsoft.com/office/powerpoint/2010/main" val="103861675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userDrawn="1">
          <p15:clr>
            <a:srgbClr val="5ACBF0"/>
          </p15:clr>
        </p15:guide>
        <p15:guide id="7" pos="4747" userDrawn="1">
          <p15:clr>
            <a:srgbClr val="5ACBF0"/>
          </p15:clr>
        </p15:guide>
        <p15:guide id="8" pos="4936">
          <p15:clr>
            <a:srgbClr val="5ACBF0"/>
          </p15:clr>
        </p15:guide>
        <p15:guide id="9" pos="5123">
          <p15:clr>
            <a:srgbClr val="5ACBF0"/>
          </p15:clr>
        </p15:guide>
        <p15:guide id="10" orient="horz" pos="3465" userDrawn="1">
          <p15:clr>
            <a:srgbClr val="5ACBF0"/>
          </p15:clr>
        </p15:guide>
        <p15:guide id="11" orient="horz" pos="1956" userDrawn="1">
          <p15:clr>
            <a:srgbClr val="FBAE40"/>
          </p15:clr>
        </p15:guide>
        <p15:guide id="12" pos="1096"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dirty="0"/>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ko-KR" altLang="en-US"/>
              <a:t>마스터 텍스트 스타일을 편집하려면 클릭</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9616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ko-KR" altLang="en-US"/>
              <a:t>마스터 텍스트 스타일을 편집하려면 클릭</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0496400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8310202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ko-KR" altLang="en-US"/>
              <a:t>마스터 텍스트 스타일을 편집하려면 클릭</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ko-KR" altLang="en-US"/>
              <a:t>마스터 텍스트 스타일을 편집하려면 클릭</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ko-KR" altLang="en-US"/>
              <a:t>마스터 텍스트 스타일을 편집하려면 클릭</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ko-KR" altLang="en-US"/>
              <a:t>마스터 텍스트 스타일을 편집하려면 클릭</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ko-KR" altLang="en-US"/>
              <a:t>마스터 텍스트 스타일을 편집하려면 클릭</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ko-KR" altLang="en-US"/>
              <a:t>마스터 텍스트 스타일을 편집하려면 클릭</a:t>
            </a:r>
          </a:p>
        </p:txBody>
      </p:sp>
    </p:spTree>
    <p:extLst>
      <p:ext uri="{BB962C8B-B14F-4D97-AF65-F5344CB8AC3E}">
        <p14:creationId xmlns:p14="http://schemas.microsoft.com/office/powerpoint/2010/main" val="814874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ko-KR" altLang="en-US"/>
              <a:t>마스터 텍스트 스타일을 편집하려면 클릭</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ko-KR" altLang="en-US"/>
              <a:t>마스터 텍스트 스타일을 편집하려면 클릭</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ko-KR" altLang="en-US"/>
              <a:t>마스터 텍스트 스타일을 편집하려면 클릭</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ko-KR" altLang="en-US"/>
              <a:t>마스터 텍스트 스타일을 편집하려면 클릭</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ko-KR" altLang="en-US"/>
              <a:t>마스터 텍스트 스타일을 편집하려면 클릭</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ko-KR" altLang="en-US"/>
              <a:t>마스터 텍스트 스타일을 편집하려면 클릭</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Tree>
    <p:extLst>
      <p:ext uri="{BB962C8B-B14F-4D97-AF65-F5344CB8AC3E}">
        <p14:creationId xmlns:p14="http://schemas.microsoft.com/office/powerpoint/2010/main" val="38518799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47770739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Tree>
    <p:extLst>
      <p:ext uri="{BB962C8B-B14F-4D97-AF65-F5344CB8AC3E}">
        <p14:creationId xmlns:p14="http://schemas.microsoft.com/office/powerpoint/2010/main" val="367836929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Tree>
    <p:extLst>
      <p:ext uri="{BB962C8B-B14F-4D97-AF65-F5344CB8AC3E}">
        <p14:creationId xmlns:p14="http://schemas.microsoft.com/office/powerpoint/2010/main" val="152312443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dirty="0"/>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9248679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ko-KR" altLang="en-US"/>
              <a:t>마스터 텍스트 스타일을 편집하려면 클릭</a:t>
            </a:r>
          </a:p>
        </p:txBody>
      </p:sp>
    </p:spTree>
    <p:extLst>
      <p:ext uri="{BB962C8B-B14F-4D97-AF65-F5344CB8AC3E}">
        <p14:creationId xmlns:p14="http://schemas.microsoft.com/office/powerpoint/2010/main" val="475047256"/>
      </p:ext>
    </p:extLst>
  </p:cSld>
  <p:clrMapOvr>
    <a:masterClrMapping/>
  </p:clrMapOvr>
  <p:transition>
    <p:fade/>
  </p:transition>
  <p:extLst>
    <p:ext uri="{DCECCB84-F9BA-43D5-87BE-67443E8EF086}">
      <p15:sldGuideLst xmlns:p15="http://schemas.microsoft.com/office/powerpoint/2012/main">
        <p15:guide id="13" pos="4929" userDrawn="1">
          <p15:clr>
            <a:srgbClr val="5ACBF0"/>
          </p15:clr>
        </p15:guide>
        <p15:guide id="29" orient="horz" pos="2160">
          <p15:clr>
            <a:srgbClr val="5ACBF0"/>
          </p15:clr>
        </p15:guide>
        <p15:guide id="30" pos="4566" userDrawn="1">
          <p15:clr>
            <a:srgbClr val="5ACBF0"/>
          </p15:clr>
        </p15:guide>
        <p15:guide id="31" pos="4203" userDrawn="1">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ko-KR" altLang="en-US"/>
              <a:t>마스터 텍스트 스타일을 편집하려면 클릭</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88644385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dirty="0"/>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ko-KR" altLang="en-US"/>
              <a:t>마스터 텍스트 스타일을 편집하려면 클릭</a:t>
            </a:r>
          </a:p>
        </p:txBody>
      </p:sp>
    </p:spTree>
    <p:extLst>
      <p:ext uri="{BB962C8B-B14F-4D97-AF65-F5344CB8AC3E}">
        <p14:creationId xmlns:p14="http://schemas.microsoft.com/office/powerpoint/2010/main" val="40532634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userDrawn="1">
          <p15:clr>
            <a:srgbClr val="A4A3A4"/>
          </p15:clr>
        </p15:guide>
        <p15:guide id="28" pos="3840">
          <p15:clr>
            <a:srgbClr val="F26B43"/>
          </p15:clr>
        </p15:guide>
        <p15:guide id="29" pos="3454" userDrawn="1">
          <p15:clr>
            <a:srgbClr val="FBAE40"/>
          </p15:clr>
        </p15:guide>
        <p15:guide id="30" pos="4203"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dirty="0"/>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dirty="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dirty="0">
              <a:solidFill>
                <a:schemeClr val="bg1"/>
              </a:solidFill>
              <a:latin typeface="Segoe UI" panose="020B0502040204020203" pitchFamily="34" charset="0"/>
              <a:cs typeface="Segoe UI" panose="020B0502040204020203" pitchFamily="34" charset="0"/>
            </a:endParaRPr>
          </a:p>
          <a:p>
            <a:pPr>
              <a:lnSpc>
                <a:spcPct val="100000"/>
              </a:lnSpc>
            </a:pPr>
            <a:r>
              <a:rPr lang="en-US" sz="1800" b="0" dirty="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Financial</a:t>
            </a:r>
          </a:p>
          <a:p>
            <a:pPr lvl="0"/>
            <a:r>
              <a:rPr lang="en-US" dirty="0"/>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Percentage</a:t>
            </a:r>
          </a:p>
          <a:p>
            <a:pPr lvl="0"/>
            <a:r>
              <a:rPr lang="en-US" dirty="0"/>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Additional</a:t>
            </a:r>
          </a:p>
          <a:p>
            <a:pPr lvl="0"/>
            <a:r>
              <a:rPr lang="en-US" dirty="0"/>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dirty="0"/>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dirty="0"/>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dirty="0"/>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dirty="0"/>
              <a:t>Descriptive text</a:t>
            </a:r>
          </a:p>
        </p:txBody>
      </p:sp>
    </p:spTree>
    <p:extLst>
      <p:ext uri="{BB962C8B-B14F-4D97-AF65-F5344CB8AC3E}">
        <p14:creationId xmlns:p14="http://schemas.microsoft.com/office/powerpoint/2010/main" val="3455035362"/>
      </p:ext>
    </p:extLst>
  </p:cSld>
  <p:clrMapOvr>
    <a:masterClrMapping/>
  </p:clrMapOvr>
  <p:transition>
    <p:fade/>
  </p:transition>
  <p:extLst>
    <p:ext uri="{DCECCB84-F9BA-43D5-87BE-67443E8EF086}">
      <p15:sldGuideLst xmlns:p15="http://schemas.microsoft.com/office/powerpoint/2012/main">
        <p15:guide id="16" pos="3754" userDrawn="1">
          <p15:clr>
            <a:srgbClr val="A4A3A4"/>
          </p15:clr>
        </p15:guide>
        <p15:guide id="17" pos="3931" userDrawn="1">
          <p15:clr>
            <a:srgbClr val="A4A3A4"/>
          </p15:clr>
        </p15:guide>
        <p15:guide id="20" pos="4937">
          <p15:clr>
            <a:srgbClr val="A4A3A4"/>
          </p15:clr>
        </p15:guide>
        <p15:guide id="21" pos="5133" userDrawn="1">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userDrawn="1">
          <p15:clr>
            <a:srgbClr val="FBAE40"/>
          </p15:clr>
        </p15:guide>
        <p15:guide id="32" orient="horz" pos="1162"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dirty="0"/>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quis</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nostrud</a:t>
            </a:r>
            <a:r>
              <a:rPr lang="en-US" sz="1200" b="0" dirty="0">
                <a:solidFill>
                  <a:srgbClr val="505050"/>
                </a:solidFill>
                <a:latin typeface="Segoe UI" panose="020B0502040204020203" pitchFamily="34" charset="0"/>
                <a:cs typeface="Segoe UI" panose="020B0502040204020203" pitchFamily="34" charset="0"/>
              </a:rPr>
              <a:t> exercitation </a:t>
            </a:r>
            <a:r>
              <a:rPr lang="en-US" sz="1200" b="0" dirty="0" err="1">
                <a:solidFill>
                  <a:srgbClr val="505050"/>
                </a:solidFill>
                <a:latin typeface="Segoe UI" panose="020B0502040204020203" pitchFamily="34" charset="0"/>
                <a:cs typeface="Segoe UI" panose="020B0502040204020203" pitchFamily="34" charset="0"/>
              </a:rPr>
              <a:t>ullamco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laboris</a:t>
            </a:r>
            <a:r>
              <a:rPr lang="en-US" sz="1200" b="0" dirty="0">
                <a:solidFill>
                  <a:srgbClr val="505050"/>
                </a:solidFill>
                <a:latin typeface="Segoe UI" panose="020B0502040204020203" pitchFamily="34" charset="0"/>
                <a:cs typeface="Segoe UI" panose="020B0502040204020203" pitchFamily="34" charset="0"/>
              </a:rPr>
              <a:t> nisi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aliquip</a:t>
            </a:r>
            <a:r>
              <a:rPr lang="en-US" sz="1200" b="0" dirty="0">
                <a:solidFill>
                  <a:srgbClr val="505050"/>
                </a:solidFill>
                <a:latin typeface="Segoe UI" panose="020B0502040204020203" pitchFamily="34" charset="0"/>
                <a:cs typeface="Segoe UI" panose="020B0502040204020203" pitchFamily="34" charset="0"/>
              </a:rPr>
              <a:t> ex </a:t>
            </a:r>
            <a:r>
              <a:rPr lang="en-US" sz="1200" b="0" dirty="0" err="1">
                <a:solidFill>
                  <a:srgbClr val="505050"/>
                </a:solidFill>
                <a:latin typeface="Segoe UI" panose="020B0502040204020203" pitchFamily="34" charset="0"/>
                <a:cs typeface="Segoe UI" panose="020B0502040204020203" pitchFamily="34" charset="0"/>
              </a:rPr>
              <a:t>ea</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commodo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consequat</a:t>
            </a:r>
            <a:r>
              <a:rPr lang="en-US" sz="1200" b="0" dirty="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quis</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nostrud</a:t>
            </a:r>
            <a:r>
              <a:rPr lang="en-US" sz="1200" b="0" dirty="0">
                <a:solidFill>
                  <a:srgbClr val="505050"/>
                </a:solidFill>
                <a:latin typeface="Segoe UI" panose="020B0502040204020203" pitchFamily="34" charset="0"/>
                <a:cs typeface="Segoe UI" panose="020B0502040204020203" pitchFamily="34" charset="0"/>
              </a:rPr>
              <a:t> exercitation </a:t>
            </a:r>
            <a:r>
              <a:rPr lang="en-US" sz="1200" b="0" dirty="0" err="1">
                <a:solidFill>
                  <a:srgbClr val="505050"/>
                </a:solidFill>
                <a:latin typeface="Segoe UI" panose="020B0502040204020203" pitchFamily="34" charset="0"/>
                <a:cs typeface="Segoe UI" panose="020B0502040204020203" pitchFamily="34" charset="0"/>
              </a:rPr>
              <a:t>ullamco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laboris</a:t>
            </a:r>
            <a:r>
              <a:rPr lang="en-US" sz="1200" b="0" dirty="0">
                <a:solidFill>
                  <a:srgbClr val="505050"/>
                </a:solidFill>
                <a:latin typeface="Segoe UI" panose="020B0502040204020203" pitchFamily="34" charset="0"/>
                <a:cs typeface="Segoe UI" panose="020B0502040204020203" pitchFamily="34" charset="0"/>
              </a:rPr>
              <a:t> nisi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aliquip</a:t>
            </a:r>
            <a:r>
              <a:rPr lang="en-US" sz="1200" b="0" dirty="0">
                <a:solidFill>
                  <a:srgbClr val="505050"/>
                </a:solidFill>
                <a:latin typeface="Segoe UI" panose="020B0502040204020203" pitchFamily="34" charset="0"/>
                <a:cs typeface="Segoe UI" panose="020B0502040204020203" pitchFamily="34" charset="0"/>
              </a:rPr>
              <a:t> ex </a:t>
            </a:r>
            <a:r>
              <a:rPr lang="en-US" sz="1200" b="0" dirty="0" err="1">
                <a:solidFill>
                  <a:srgbClr val="505050"/>
                </a:solidFill>
                <a:latin typeface="Segoe UI" panose="020B0502040204020203" pitchFamily="34" charset="0"/>
                <a:cs typeface="Segoe UI" panose="020B0502040204020203" pitchFamily="34" charset="0"/>
              </a:rPr>
              <a:t>ea</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commodo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consequat</a:t>
            </a:r>
            <a:r>
              <a:rPr lang="en-US" sz="1200" b="0" dirty="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ko-KR" altLang="en-US"/>
              <a:t>그림을 추가하려면 아이콘을 클릭하십시오</a:t>
            </a:r>
            <a:endParaRPr lang="en-US" dirty="0"/>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ko-KR" altLang="en-US"/>
              <a:t>그림을 추가하려면 아이콘을 클릭하십시오</a:t>
            </a:r>
            <a:endParaRPr lang="en-US" dirty="0"/>
          </a:p>
        </p:txBody>
      </p:sp>
    </p:spTree>
    <p:extLst>
      <p:ext uri="{BB962C8B-B14F-4D97-AF65-F5344CB8AC3E}">
        <p14:creationId xmlns:p14="http://schemas.microsoft.com/office/powerpoint/2010/main" val="835566677"/>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guide id="31" orient="horz" pos="2704" userDrawn="1">
          <p15:clr>
            <a:srgbClr val="5ACBF0"/>
          </p15:clr>
        </p15:guide>
        <p15:guide id="32" pos="6947"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dirty="0"/>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ko-KR" altLang="en-US"/>
              <a:t>그림을 추가하려면 아이콘을 클릭하십시오</a:t>
            </a:r>
            <a:endParaRPr lang="en-US" dirty="0"/>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ko-KR" altLang="en-US"/>
              <a:t>그림을 추가하려면 아이콘을 클릭하십시오</a:t>
            </a:r>
            <a:endParaRPr lang="en-US" dirty="0"/>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ko-KR" altLang="en-US"/>
              <a:t>그림을 추가하려면 아이콘을 클릭하십시오</a:t>
            </a:r>
            <a:endParaRPr lang="en-US" dirty="0"/>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ko-KR" altLang="en-US"/>
              <a:t>그림을 추가하려면 아이콘을 클릭하십시오</a:t>
            </a:r>
            <a:endParaRPr lang="en-US" dirty="0"/>
          </a:p>
        </p:txBody>
      </p:sp>
    </p:spTree>
    <p:extLst>
      <p:ext uri="{BB962C8B-B14F-4D97-AF65-F5344CB8AC3E}">
        <p14:creationId xmlns:p14="http://schemas.microsoft.com/office/powerpoint/2010/main" val="648551354"/>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ko-KR" altLang="en-US"/>
              <a:t>그림을 추가하려면 아이콘을 클릭하십시오</a:t>
            </a:r>
            <a:endParaRPr lang="en-US"/>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err="1"/>
              <a:t>Firstname</a:t>
            </a:r>
            <a:r>
              <a:rPr lang="en-US" dirty="0"/>
              <a:t> </a:t>
            </a:r>
            <a:r>
              <a:rPr lang="en-US" dirty="0" err="1"/>
              <a:t>Lastname</a:t>
            </a:r>
            <a:endParaRPr lang="en-US" dirty="0"/>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dirty="0"/>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dirty="0"/>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dirty="0"/>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dirty="0"/>
              <a:t>One</a:t>
            </a:r>
          </a:p>
          <a:p>
            <a:pPr lvl="0"/>
            <a:r>
              <a:rPr lang="en-US" dirty="0"/>
              <a:t>Two</a:t>
            </a:r>
          </a:p>
          <a:p>
            <a:pPr lvl="0"/>
            <a:r>
              <a:rPr lang="en-US" dirty="0"/>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dirty="0"/>
              <a:t>Four</a:t>
            </a:r>
          </a:p>
          <a:p>
            <a:pPr lvl="0"/>
            <a:r>
              <a:rPr lang="en-US" dirty="0"/>
              <a:t>Five</a:t>
            </a:r>
          </a:p>
          <a:p>
            <a:pPr lvl="0"/>
            <a:r>
              <a:rPr lang="en-US" dirty="0"/>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dirty="0"/>
              <a:t>Seven</a:t>
            </a:r>
          </a:p>
          <a:p>
            <a:pPr lvl="0"/>
            <a:r>
              <a:rPr lang="en-US" dirty="0"/>
              <a:t>Eight</a:t>
            </a:r>
          </a:p>
          <a:p>
            <a:pPr lvl="0"/>
            <a:r>
              <a:rPr lang="en-US" dirty="0"/>
              <a:t>Nine</a:t>
            </a:r>
          </a:p>
        </p:txBody>
      </p:sp>
    </p:spTree>
    <p:extLst>
      <p:ext uri="{BB962C8B-B14F-4D97-AF65-F5344CB8AC3E}">
        <p14:creationId xmlns:p14="http://schemas.microsoft.com/office/powerpoint/2010/main" val="15621394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ko-KR" altLang="en-US"/>
              <a:t>그림을 추가하려면 아이콘을 클릭하십시오</a:t>
            </a:r>
            <a:endParaRPr lang="en-US"/>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err="1"/>
              <a:t>Firstname</a:t>
            </a:r>
            <a:r>
              <a:rPr lang="en-US" dirty="0"/>
              <a:t> </a:t>
            </a:r>
            <a:r>
              <a:rPr lang="en-US" dirty="0" err="1"/>
              <a:t>Lastname</a:t>
            </a:r>
            <a:endParaRPr lang="en-US" dirty="0"/>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dirty="0"/>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dirty="0"/>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dirty="0"/>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dirty="0"/>
              <a:t>One</a:t>
            </a:r>
          </a:p>
          <a:p>
            <a:pPr lvl="0"/>
            <a:r>
              <a:rPr lang="en-US" dirty="0"/>
              <a:t>Two</a:t>
            </a:r>
          </a:p>
          <a:p>
            <a:pPr lvl="0"/>
            <a:r>
              <a:rPr lang="en-US" dirty="0"/>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dirty="0"/>
              <a:t>Four</a:t>
            </a:r>
          </a:p>
          <a:p>
            <a:pPr lvl="0"/>
            <a:r>
              <a:rPr lang="en-US" dirty="0"/>
              <a:t>Five</a:t>
            </a:r>
          </a:p>
          <a:p>
            <a:pPr lvl="0"/>
            <a:r>
              <a:rPr lang="en-US" dirty="0"/>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dirty="0"/>
              <a:t>Seven</a:t>
            </a:r>
          </a:p>
          <a:p>
            <a:pPr lvl="0"/>
            <a:r>
              <a:rPr lang="en-US" dirty="0"/>
              <a:t>Eight</a:t>
            </a:r>
          </a:p>
          <a:p>
            <a:pPr lvl="0"/>
            <a:r>
              <a:rPr lang="en-US" dirty="0"/>
              <a:t>Nine</a:t>
            </a:r>
          </a:p>
        </p:txBody>
      </p:sp>
    </p:spTree>
    <p:extLst>
      <p:ext uri="{BB962C8B-B14F-4D97-AF65-F5344CB8AC3E}">
        <p14:creationId xmlns:p14="http://schemas.microsoft.com/office/powerpoint/2010/main" val="38011785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dirty="0"/>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Tree>
    <p:extLst>
      <p:ext uri="{BB962C8B-B14F-4D97-AF65-F5344CB8AC3E}">
        <p14:creationId xmlns:p14="http://schemas.microsoft.com/office/powerpoint/2010/main" val="30921821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90063326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847385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5503519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7724713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7445959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4722831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57784161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6422873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58932719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ko-KR" altLang="en-US"/>
              <a:t>마스터 텍스트 스타일을 편집하려면 클릭</a:t>
            </a:r>
          </a:p>
        </p:txBody>
      </p:sp>
    </p:spTree>
    <p:extLst>
      <p:ext uri="{BB962C8B-B14F-4D97-AF65-F5344CB8AC3E}">
        <p14:creationId xmlns:p14="http://schemas.microsoft.com/office/powerpoint/2010/main" val="20080298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ko-KR" altLang="en-US"/>
              <a:t>마스터 제목 스타일 편집</a:t>
            </a:r>
            <a:endParaRPr lang="en-US" dirty="0"/>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ko-KR" altLang="en-US"/>
              <a:t>마스터 텍스트 스타일을 편집하려면 클릭</a:t>
            </a:r>
          </a:p>
        </p:txBody>
      </p:sp>
    </p:spTree>
    <p:extLst>
      <p:ext uri="{BB962C8B-B14F-4D97-AF65-F5344CB8AC3E}">
        <p14:creationId xmlns:p14="http://schemas.microsoft.com/office/powerpoint/2010/main" val="4243841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ko-KR" altLang="en-US"/>
              <a:t>마스터 제목 스타일 편집</a:t>
            </a:r>
            <a:endParaRPr lang="en-US" dirty="0"/>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978534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ko-KR" altLang="en-US"/>
              <a:t>마스터 제목 스타일 편집</a:t>
            </a:r>
            <a:endParaRPr lang="en-US" dirty="0"/>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16566852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dirty="0"/>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1206398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dirty="0"/>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3450951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15770881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25625778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749752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dirty="0"/>
              <a:t>Section Name</a:t>
            </a:r>
          </a:p>
        </p:txBody>
      </p:sp>
    </p:spTree>
    <p:extLst>
      <p:ext uri="{BB962C8B-B14F-4D97-AF65-F5344CB8AC3E}">
        <p14:creationId xmlns:p14="http://schemas.microsoft.com/office/powerpoint/2010/main" val="1166777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dirty="0"/>
              <a:t>Section title with no subtitle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 with no subtitle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dirty="0"/>
              <a:t>Appendix</a:t>
            </a:r>
          </a:p>
        </p:txBody>
      </p:sp>
    </p:spTree>
    <p:extLst>
      <p:ext uri="{BB962C8B-B14F-4D97-AF65-F5344CB8AC3E}">
        <p14:creationId xmlns:p14="http://schemas.microsoft.com/office/powerpoint/2010/main" val="235373038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ko-KR" altLang="en-US"/>
              <a:t>마스터 제목 스타일 편집</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14"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image" Target="../media/image1.emf"/><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ko-KR" altLang="en-US"/>
              <a:t>마스터 제목 스타일 편집</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15"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80" r:id="rId1"/>
    <p:sldLayoutId id="2147484609" r:id="rId2"/>
    <p:sldLayoutId id="2147484577" r:id="rId3"/>
    <p:sldLayoutId id="2147485286" r:id="rId4"/>
    <p:sldLayoutId id="2147485390" r:id="rId5"/>
    <p:sldLayoutId id="2147484610" r:id="rId6"/>
    <p:sldLayoutId id="2147485389" r:id="rId7"/>
    <p:sldLayoutId id="2147485395" r:id="rId8"/>
    <p:sldLayoutId id="2147485396" r:id="rId9"/>
    <p:sldLayoutId id="2147484710" r:id="rId10"/>
    <p:sldLayoutId id="2147484240" r:id="rId11"/>
    <p:sldLayoutId id="2147484910" r:id="rId12"/>
    <p:sldLayoutId id="2147484911" r:id="rId13"/>
    <p:sldLayoutId id="2147485050" r:id="rId14"/>
    <p:sldLayoutId id="2147485165" r:id="rId15"/>
    <p:sldLayoutId id="2147484941" r:id="rId16"/>
    <p:sldLayoutId id="2147484942" r:id="rId17"/>
    <p:sldLayoutId id="2147485162" r:id="rId18"/>
    <p:sldLayoutId id="2147484639" r:id="rId19"/>
    <p:sldLayoutId id="2147484943" r:id="rId20"/>
    <p:sldLayoutId id="2147484603" r:id="rId21"/>
    <p:sldLayoutId id="2147485324" r:id="rId22"/>
    <p:sldLayoutId id="2147485326" r:id="rId23"/>
    <p:sldLayoutId id="2147485327" r:id="rId24"/>
    <p:sldLayoutId id="2147485328" r:id="rId25"/>
    <p:sldLayoutId id="2147485329" r:id="rId26"/>
    <p:sldLayoutId id="2147485330" r:id="rId27"/>
    <p:sldLayoutId id="2147485325" r:id="rId28"/>
    <p:sldLayoutId id="2147485331" r:id="rId29"/>
    <p:sldLayoutId id="2147485332" r:id="rId30"/>
    <p:sldLayoutId id="2147485366" r:id="rId31"/>
    <p:sldLayoutId id="2147485333" r:id="rId32"/>
    <p:sldLayoutId id="2147485334" r:id="rId33"/>
    <p:sldLayoutId id="2147485394" r:id="rId34"/>
    <p:sldLayoutId id="2147485340" r:id="rId35"/>
    <p:sldLayoutId id="2147485346" r:id="rId36"/>
    <p:sldLayoutId id="2147485349" r:id="rId37"/>
    <p:sldLayoutId id="2147485351" r:id="rId38"/>
    <p:sldLayoutId id="2147485369" r:id="rId39"/>
    <p:sldLayoutId id="2147485363" r:id="rId40"/>
    <p:sldLayoutId id="2147485370" r:id="rId41"/>
    <p:sldLayoutId id="2147484833" r:id="rId42"/>
    <p:sldLayoutId id="2147484834" r:id="rId43"/>
    <p:sldLayoutId id="2147484835" r:id="rId44"/>
    <p:sldLayoutId id="2147485385" r:id="rId45"/>
    <p:sldLayoutId id="2147485387" r:id="rId46"/>
    <p:sldLayoutId id="2147485382" r:id="rId47"/>
    <p:sldLayoutId id="2147484922" r:id="rId48"/>
    <p:sldLayoutId id="2147484923" r:id="rId49"/>
    <p:sldLayoutId id="2147485287" r:id="rId50"/>
    <p:sldLayoutId id="2147484924" r:id="rId51"/>
    <p:sldLayoutId id="2147484839" r:id="rId52"/>
    <p:sldLayoutId id="2147484840" r:id="rId53"/>
    <p:sldLayoutId id="2147485383" r:id="rId54"/>
    <p:sldLayoutId id="2147484841" r:id="rId55"/>
    <p:sldLayoutId id="2147484842" r:id="rId56"/>
    <p:sldLayoutId id="2147484843" r:id="rId57"/>
    <p:sldLayoutId id="2147484938" r:id="rId58"/>
    <p:sldLayoutId id="2147484939" r:id="rId59"/>
    <p:sldLayoutId id="2147484940" r:id="rId60"/>
    <p:sldLayoutId id="2147485161" r:id="rId61"/>
    <p:sldLayoutId id="2147485152" r:id="rId62"/>
    <p:sldLayoutId id="2147485153" r:id="rId63"/>
    <p:sldLayoutId id="2147485154" r:id="rId64"/>
    <p:sldLayoutId id="2147485379" r:id="rId65"/>
    <p:sldLayoutId id="2147485380" r:id="rId66"/>
    <p:sldLayoutId id="2147485381" r:id="rId67"/>
    <p:sldLayoutId id="2147484944" r:id="rId68"/>
    <p:sldLayoutId id="2147484945" r:id="rId69"/>
    <p:sldLayoutId id="2147485372" r:id="rId70"/>
    <p:sldLayoutId id="2147485373" r:id="rId71"/>
    <p:sldLayoutId id="2147485388" r:id="rId72"/>
    <p:sldLayoutId id="2147485296" r:id="rId73"/>
    <p:sldLayoutId id="2147485392" r:id="rId74"/>
    <p:sldLayoutId id="2147485393" r:id="rId75"/>
    <p:sldLayoutId id="2147485368" r:id="rId76"/>
    <p:sldLayoutId id="2147485367" r:id="rId77"/>
    <p:sldLayoutId id="2147485292" r:id="rId78"/>
    <p:sldLayoutId id="2147485294" r:id="rId79"/>
    <p:sldLayoutId id="2147485338" r:id="rId80"/>
    <p:sldLayoutId id="2147485339" r:id="rId81"/>
    <p:sldLayoutId id="2147485360" r:id="rId82"/>
    <p:sldLayoutId id="2147485364" r:id="rId83"/>
    <p:sldLayoutId id="2147485365" r:id="rId84"/>
    <p:sldLayoutId id="2147485352" r:id="rId85"/>
    <p:sldLayoutId id="2147485353" r:id="rId86"/>
    <p:sldLayoutId id="2147485354" r:id="rId87"/>
    <p:sldLayoutId id="2147485355" r:id="rId88"/>
    <p:sldLayoutId id="2147485356" r:id="rId89"/>
    <p:sldLayoutId id="2147485374" r:id="rId90"/>
    <p:sldLayoutId id="2147485375" r:id="rId91"/>
    <p:sldLayoutId id="2147485376" r:id="rId92"/>
    <p:sldLayoutId id="2147485377" r:id="rId93"/>
    <p:sldLayoutId id="2147485378" r:id="rId94"/>
    <p:sldLayoutId id="2147485137" r:id="rId95"/>
    <p:sldLayoutId id="2147485138" r:id="rId96"/>
    <p:sldLayoutId id="2147485139" r:id="rId97"/>
    <p:sldLayoutId id="2147485140" r:id="rId98"/>
    <p:sldLayoutId id="2147485141" r:id="rId99"/>
    <p:sldLayoutId id="2147485142" r:id="rId100"/>
    <p:sldLayoutId id="2147484249" r:id="rId101"/>
    <p:sldLayoutId id="2147484640" r:id="rId102"/>
    <p:sldLayoutId id="2147485288" r:id="rId103"/>
    <p:sldLayoutId id="2147485290" r:id="rId104"/>
    <p:sldLayoutId id="2147485289" r:id="rId105"/>
    <p:sldLayoutId id="2147485291" r:id="rId106"/>
    <p:sldLayoutId id="2147484584" r:id="rId107"/>
    <p:sldLayoutId id="2147484583" r:id="rId108"/>
    <p:sldLayoutId id="2147484671" r:id="rId109"/>
    <p:sldLayoutId id="2147484673" r:id="rId110"/>
    <p:sldLayoutId id="2147485391" r:id="rId111"/>
    <p:sldLayoutId id="2147484299" r:id="rId112"/>
    <p:sldLayoutId id="2147484263" r:id="rId113"/>
  </p:sldLayoutIdLst>
  <p:transition>
    <p:fade/>
  </p:transition>
  <p:hf sldNum="0" hdr="0" ftr="0" dt="0"/>
  <p:txStyles>
    <p:titleStyle>
      <a:lvl1pPr algn="l" defTabSz="932742" rtl="0" eaLnBrk="1" latinLnBrk="1"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1"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1"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1"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1"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1"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1" hangingPunct="1">
        <a:defRPr sz="1800" kern="1200">
          <a:solidFill>
            <a:schemeClr val="tx1"/>
          </a:solidFill>
          <a:latin typeface="+mn-lt"/>
          <a:ea typeface="+mn-ea"/>
          <a:cs typeface="+mn-cs"/>
        </a:defRPr>
      </a:lvl1pPr>
      <a:lvl2pPr marL="466371" algn="l" defTabSz="932742" rtl="0" eaLnBrk="1" latinLnBrk="1" hangingPunct="1">
        <a:defRPr sz="1800" kern="1200">
          <a:solidFill>
            <a:schemeClr val="tx1"/>
          </a:solidFill>
          <a:latin typeface="+mn-lt"/>
          <a:ea typeface="+mn-ea"/>
          <a:cs typeface="+mn-cs"/>
        </a:defRPr>
      </a:lvl2pPr>
      <a:lvl3pPr marL="932742" algn="l" defTabSz="932742" rtl="0" eaLnBrk="1" latinLnBrk="1" hangingPunct="1">
        <a:defRPr sz="1800" kern="1200">
          <a:solidFill>
            <a:schemeClr val="tx1"/>
          </a:solidFill>
          <a:latin typeface="+mn-lt"/>
          <a:ea typeface="+mn-ea"/>
          <a:cs typeface="+mn-cs"/>
        </a:defRPr>
      </a:lvl3pPr>
      <a:lvl4pPr marL="1399113" algn="l" defTabSz="932742" rtl="0" eaLnBrk="1" latinLnBrk="1" hangingPunct="1">
        <a:defRPr sz="1800" kern="1200">
          <a:solidFill>
            <a:schemeClr val="tx1"/>
          </a:solidFill>
          <a:latin typeface="+mn-lt"/>
          <a:ea typeface="+mn-ea"/>
          <a:cs typeface="+mn-cs"/>
        </a:defRPr>
      </a:lvl4pPr>
      <a:lvl5pPr marL="1865484" algn="l" defTabSz="932742" rtl="0" eaLnBrk="1" latinLnBrk="1" hangingPunct="1">
        <a:defRPr sz="1800" kern="1200">
          <a:solidFill>
            <a:schemeClr val="tx1"/>
          </a:solidFill>
          <a:latin typeface="+mn-lt"/>
          <a:ea typeface="+mn-ea"/>
          <a:cs typeface="+mn-cs"/>
        </a:defRPr>
      </a:lvl5pPr>
      <a:lvl6pPr marL="2331856" algn="l" defTabSz="932742" rtl="0" eaLnBrk="1" latinLnBrk="1" hangingPunct="1">
        <a:defRPr sz="1800" kern="1200">
          <a:solidFill>
            <a:schemeClr val="tx1"/>
          </a:solidFill>
          <a:latin typeface="+mn-lt"/>
          <a:ea typeface="+mn-ea"/>
          <a:cs typeface="+mn-cs"/>
        </a:defRPr>
      </a:lvl6pPr>
      <a:lvl7pPr marL="2798226" algn="l" defTabSz="932742" rtl="0" eaLnBrk="1" latinLnBrk="1" hangingPunct="1">
        <a:defRPr sz="1800" kern="1200">
          <a:solidFill>
            <a:schemeClr val="tx1"/>
          </a:solidFill>
          <a:latin typeface="+mn-lt"/>
          <a:ea typeface="+mn-ea"/>
          <a:cs typeface="+mn-cs"/>
        </a:defRPr>
      </a:lvl7pPr>
      <a:lvl8pPr marL="3264597" algn="l" defTabSz="932742" rtl="0" eaLnBrk="1" latinLnBrk="1" hangingPunct="1">
        <a:defRPr sz="1800" kern="1200">
          <a:solidFill>
            <a:schemeClr val="tx1"/>
          </a:solidFill>
          <a:latin typeface="+mn-lt"/>
          <a:ea typeface="+mn-ea"/>
          <a:cs typeface="+mn-cs"/>
        </a:defRPr>
      </a:lvl8pPr>
      <a:lvl9pPr marL="3730969" algn="l" defTabSz="932742"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hyperlink" Target="https://learn.microsoft.com/en-us/training/modules/azure-cyclecloud-high-performance-computing/" TargetMode="External"/><Relationship Id="rId2" Type="http://schemas.openxmlformats.org/officeDocument/2006/relationships/image" Target="../media/image25.png"/><Relationship Id="rId1" Type="http://schemas.openxmlformats.org/officeDocument/2006/relationships/slideLayout" Target="../slideLayouts/slideLayout30.xml"/><Relationship Id="rId5" Type="http://schemas.openxmlformats.org/officeDocument/2006/relationships/hyperlink" Target="https://learn.microsoft.com/en-us/training/modules/use-slurm-hpc-azure-cyclecloud/" TargetMode="External"/><Relationship Id="rId4" Type="http://schemas.openxmlformats.org/officeDocument/2006/relationships/hyperlink" Target="https://learn.microsoft.com/en-us/training/modules/customize-clusters-azure-cyclecloud/"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cid:bae36b53-aa5d-401b-8262-f64f254bebea" TargetMode="External"/><Relationship Id="rId2" Type="http://schemas.openxmlformats.org/officeDocument/2006/relationships/image" Target="../media/image26.png"/><Relationship Id="rId1" Type="http://schemas.openxmlformats.org/officeDocument/2006/relationships/slideLayout" Target="../slideLayouts/slideLayout30.xml"/><Relationship Id="rId6" Type="http://schemas.openxmlformats.org/officeDocument/2006/relationships/hyperlink" Target="https://nam06.safelinks.protection.outlook.com/?url=https%3A%2F%2Flearn.microsoft.com%2Fen-us%2Fazure%2Fcyclecloud%2Fcli%3Fview%3Dcyclecloud-8&amp;data=05%7C02%7Cchunsik.kim%40microsoft.com%7Ca9ea370050614399293408dee788386d%7C72f988bf86f141af91ab2d7cd011db47%7C1%7C0%7C639202770214101729%7CUnknown%7CTWFpbGZsb3d8eyJFbXB0eU1hcGkiOnRydWUsIlYiOiIwLjAuMDAwMCIsIlAiOiJXaW4zMiIsIkFOIjoiTWFpbCIsIldUIjoyfQ%3D%3D%7C0%7C%7C%7C&amp;sdata=xZo6docUUHRAFo2VC2v%2FqgCMKlQIj1tTFNVknJQTRfo%3D&amp;reserved=0" TargetMode="External"/><Relationship Id="rId5" Type="http://schemas.openxmlformats.org/officeDocument/2006/relationships/hyperlink" Target="https://nam06.safelinks.protection.outlook.com/?url=https%3A%2F%2Fgithub.com%2Fjungkyupark1%2Flearning%2Fblob%2Fmain%2Fcyclecloud%2Fcheck-version.md&amp;data=05%7C02%7Cchunsik.kim%40microsoft.com%7Ca9ea370050614399293408dee788386d%7C72f988bf86f141af91ab2d7cd011db47%7C1%7C0%7C639202770214057141%7CUnknown%7CTWFpbGZsb3d8eyJFbXB0eU1hcGkiOnRydWUsIlYiOiIwLjAuMDAwMCIsIlAiOiJXaW4zMiIsIkFOIjoiTWFpbCIsIldUIjoyfQ%3D%3D%7C0%7C%7C%7C&amp;sdata=EGUbQwYI9J6egWtRv3TSBg1gmomdlZfXDQrZt7YJJvo%3D&amp;reserved=0" TargetMode="External"/><Relationship Id="rId4" Type="http://schemas.openxmlformats.org/officeDocument/2006/relationships/hyperlink" Target="https://nam06.safelinks.protection.outlook.com/?url=https%3A%2F%2Flearn.microsoft.com%2Fen-us%2Ftraining%2Fmodules%2Fazure-cyclecloud-high-performance-computing%2F&amp;data=05%7C02%7Cchunsik.kim%40microsoft.com%7Ca9ea370050614399293408dee788386d%7C72f988bf86f141af91ab2d7cd011db47%7C1%7C0%7C639202770214002693%7CUnknown%7CTWFpbGZsb3d8eyJFbXB0eU1hcGkiOnRydWUsIlYiOiIwLjAuMDAwMCIsIlAiOiJXaW4zMiIsIkFOIjoiTWFpbCIsIldUIjoyfQ%3D%3D%7C0%7C%7C%7C&amp;sdata=GYACp8ziBLYu2Fe58Bvilts%2FCXLqWe2ZDNfdifUtXbM%3D&amp;reserved=0"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nam06.safelinks.protection.outlook.com/?url=https%3A%2F%2Fgithub.com%2Fjungkyupark1%2Flearning%2Fblob%2Fmain%2Fcyclecloud%2Fcluster-init.md&amp;data=05%7C02%7Cchunsik.kim%40microsoft.com%7Ca9ea370050614399293408dee788386d%7C72f988bf86f141af91ab2d7cd011db47%7C1%7C0%7C639202770214126997%7CUnknown%7CTWFpbGZsb3d8eyJFbXB0eU1hcGkiOnRydWUsIlYiOiIwLjAuMDAwMCIsIlAiOiJXaW4zMiIsIkFOIjoiTWFpbCIsIldUIjoyfQ%3D%3D%7C0%7C%7C%7C&amp;sdata=vZDV1dyEmdS9SOhrY7lp1htWxrWW03NKOJWN1HUF2no%3D&amp;reserved=0" TargetMode="External"/><Relationship Id="rId7" Type="http://schemas.openxmlformats.org/officeDocument/2006/relationships/hyperlink" Target="https://nam06.safelinks.protection.outlook.com/?url=https%3A%2F%2Fgithub.com%2Fjungkyupark1%2Flearning%2Fblob%2Fmain%2Fcyclecloud%2Fgpu-monitoring.md&amp;data=05%7C02%7Cchunsik.kim%40microsoft.com%7Ca9ea370050614399293408dee788386d%7C72f988bf86f141af91ab2d7cd011db47%7C1%7C0%7C639202770214186485%7CUnknown%7CTWFpbGZsb3d8eyJFbXB0eU1hcGkiOnRydWUsIlYiOiIwLjAuMDAwMCIsIlAiOiJXaW4zMiIsIkFOIjoiTWFpbCIsIldUIjoyfQ%3D%3D%7C0%7C%7C%7C&amp;sdata=WxariX%2F8XQUwgRT9M3hXNgpvQL%2F2rWQUy2ZWyr2n33s%3D&amp;reserved=0" TargetMode="External"/><Relationship Id="rId2" Type="http://schemas.openxmlformats.org/officeDocument/2006/relationships/hyperlink" Target="https://nam06.safelinks.protection.outlook.com/?url=https%3A%2F%2Flearn.microsoft.com%2Fen-us%2Fazure%2Fcyclecloud%2Fcli%3Fview%3Dcyclecloud-8&amp;data=05%7C02%7Cchunsik.kim%40microsoft.com%7Ca9ea370050614399293408dee788386d%7C72f988bf86f141af91ab2d7cd011db47%7C1%7C0%7C639202770214101729%7CUnknown%7CTWFpbGZsb3d8eyJFbXB0eU1hcGkiOnRydWUsIlYiOiIwLjAuMDAwMCIsIlAiOiJXaW4zMiIsIkFOIjoiTWFpbCIsIldUIjoyfQ%3D%3D%7C0%7C%7C%7C&amp;sdata=xZo6docUUHRAFo2VC2v%2FqgCMKlQIj1tTFNVknJQTRfo%3D&amp;reserved=0" TargetMode="External"/><Relationship Id="rId1" Type="http://schemas.openxmlformats.org/officeDocument/2006/relationships/slideLayout" Target="../slideLayouts/slideLayout30.xml"/><Relationship Id="rId6" Type="http://schemas.openxmlformats.org/officeDocument/2006/relationships/hyperlink" Target="https://nam06.safelinks.protection.outlook.com/?url=https%3A%2F%2Fgithub.com%2Fjungkyupark1%2Flearning%2Fblob%2Fmain%2Fcyclecloud%2Fnode_scaling.md&amp;data=05%7C02%7Cchunsik.kim%40microsoft.com%7Ca9ea370050614399293408dee788386d%7C72f988bf86f141af91ab2d7cd011db47%7C1%7C0%7C639202770214170292%7CUnknown%7CTWFpbGZsb3d8eyJFbXB0eU1hcGkiOnRydWUsIlYiOiIwLjAuMDAwMCIsIlAiOiJXaW4zMiIsIkFOIjoiTWFpbCIsIldUIjoyfQ%3D%3D%7C0%7C%7C%7C&amp;sdata=ziwPLNCeVduP6o%2F1LpFASbhhxN%2FWdX5p6RnF%2F2cbGMc%3D&amp;reserved=0" TargetMode="External"/><Relationship Id="rId5" Type="http://schemas.openxmlformats.org/officeDocument/2006/relationships/hyperlink" Target="https://nam06.safelinks.protection.outlook.com/?url=https%3A%2F%2Fgithub.com%2Fjungkyupark1%2Flearning%2Fblob%2Fmain%2Fcyclecloud%2Fuser-management.md&amp;data=05%7C02%7Cchunsik.kim%40microsoft.com%7Ca9ea370050614399293408dee788386d%7C72f988bf86f141af91ab2d7cd011db47%7C1%7C0%7C639202770214157429%7CUnknown%7CTWFpbGZsb3d8eyJFbXB0eU1hcGkiOnRydWUsIlYiOiIwLjAuMDAwMCIsIlAiOiJXaW4zMiIsIkFOIjoiTWFpbCIsIldUIjoyfQ%3D%3D%7C0%7C%7C%7C&amp;sdata=IdBojhLewq64nBQP7Iw4JyKiBDAweyH7iutp%2BQBuNrM%3D&amp;reserved=0" TargetMode="External"/><Relationship Id="rId4" Type="http://schemas.openxmlformats.org/officeDocument/2006/relationships/hyperlink" Target="https://nam06.safelinks.protection.outlook.com/?url=https%3A%2F%2Fgithub.com%2Fjungkyupark1%2Flearning%2Fblob%2Fmain%2Fcyclecloud%2Fslurm_job_accounting.md&amp;data=05%7C02%7Cchunsik.kim%40microsoft.com%7Ca9ea370050614399293408dee788386d%7C72f988bf86f141af91ab2d7cd011db47%7C1%7C0%7C639202770214142382%7CUnknown%7CTWFpbGZsb3d8eyJFbXB0eU1hcGkiOnRydWUsIlYiOiIwLjAuMDAwMCIsIlAiOiJXaW4zMiIsIkFOIjoiTWFpbCIsIldUIjoyfQ%3D%3D%7C0%7C%7C%7C&amp;sdata=ym7RT3TAl49lmE5Y1MB9iD35uuJmi7jmvbKskR0UlaY%3D&amp;reserved=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4200" y="2979778"/>
            <a:ext cx="5509754" cy="553998"/>
          </a:xfrm>
        </p:spPr>
        <p:txBody>
          <a:bodyPr/>
          <a:lstStyle/>
          <a:p>
            <a:r>
              <a:rPr lang="en-US"/>
              <a:t>Cyclecloud</a:t>
            </a:r>
            <a:endParaRPr lang="en-US" dirty="0"/>
          </a:p>
        </p:txBody>
      </p:sp>
    </p:spTree>
    <p:extLst>
      <p:ext uri="{BB962C8B-B14F-4D97-AF65-F5344CB8AC3E}">
        <p14:creationId xmlns:p14="http://schemas.microsoft.com/office/powerpoint/2010/main" val="218268394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55748-2E5A-FF43-B041-EDECD4D2DAAD}"/>
              </a:ext>
            </a:extLst>
          </p:cNvPr>
          <p:cNvSpPr>
            <a:spLocks noGrp="1"/>
          </p:cNvSpPr>
          <p:nvPr>
            <p:ph type="title"/>
          </p:nvPr>
        </p:nvSpPr>
        <p:spPr/>
        <p:txBody>
          <a:bodyPr/>
          <a:lstStyle/>
          <a:p>
            <a:r>
              <a:rPr lang="en-US"/>
              <a:t>Cyclecloud Slurm</a:t>
            </a:r>
            <a:endParaRPr lang="en-US" dirty="0"/>
          </a:p>
        </p:txBody>
      </p:sp>
      <p:pic>
        <p:nvPicPr>
          <p:cNvPr id="12" name="그림 11" descr="The diagram illustrates a cloud infrastructure setup, including CycleCloud, Slurm, NFS, SSH, Master, Server, Nodes, Blob Storage, Users, GPU VMs, Subnet, and Vnet components.&#10;&#10;AI 생성 콘텐츠는 정확하지 않을 수 있습니다.">
            <a:extLst>
              <a:ext uri="{FF2B5EF4-FFF2-40B4-BE49-F238E27FC236}">
                <a16:creationId xmlns:a16="http://schemas.microsoft.com/office/drawing/2014/main" id="{6BA11532-7D01-147D-7ACE-E574B6C2C1FB}"/>
              </a:ext>
            </a:extLst>
          </p:cNvPr>
          <p:cNvPicPr>
            <a:picLocks noChangeAspect="1"/>
          </p:cNvPicPr>
          <p:nvPr/>
        </p:nvPicPr>
        <p:blipFill>
          <a:blip r:embed="rId3"/>
          <a:stretch>
            <a:fillRect/>
          </a:stretch>
        </p:blipFill>
        <p:spPr>
          <a:xfrm>
            <a:off x="450892" y="1507731"/>
            <a:ext cx="7560442" cy="4893069"/>
          </a:xfrm>
          <a:prstGeom prst="rect">
            <a:avLst/>
          </a:prstGeom>
        </p:spPr>
      </p:pic>
      <p:sp>
        <p:nvSpPr>
          <p:cNvPr id="13" name="Title 1">
            <a:extLst>
              <a:ext uri="{FF2B5EF4-FFF2-40B4-BE49-F238E27FC236}">
                <a16:creationId xmlns:a16="http://schemas.microsoft.com/office/drawing/2014/main" id="{E667DF9B-E0B1-9865-1B2E-0708C8CDB22E}"/>
              </a:ext>
            </a:extLst>
          </p:cNvPr>
          <p:cNvSpPr txBox="1">
            <a:spLocks/>
          </p:cNvSpPr>
          <p:nvPr/>
        </p:nvSpPr>
        <p:spPr>
          <a:xfrm>
            <a:off x="8130296" y="1764970"/>
            <a:ext cx="3956050" cy="971550"/>
          </a:xfrm>
          <a:prstGeom prst="rect">
            <a:avLst/>
          </a:prstGeom>
        </p:spPr>
        <p:txBody>
          <a:bodyPr anchor="t"/>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ko-KR" altLang="en-US" sz="1600" b="1" i="0" u="none" strike="noStrike" kern="1200" cap="none" spc="0" normalizeH="0" baseline="0" noProof="0" dirty="0">
                <a:ln>
                  <a:noFill/>
                </a:ln>
                <a:solidFill>
                  <a:prstClr val="black"/>
                </a:solidFill>
                <a:effectLst/>
                <a:uLnTx/>
                <a:uFillTx/>
                <a:latin typeface="Segoe UI Semibold" panose="020B0502040204020203" pitchFamily="34" charset="0"/>
                <a:ea typeface="+mj-ea"/>
                <a:cs typeface="Segoe UI Semibold" panose="020B0502040204020203" pitchFamily="34" charset="0"/>
              </a:rPr>
              <a:t>① </a:t>
            </a:r>
            <a:r>
              <a:rPr kumimoji="0" lang="en-US" sz="1600" b="1" i="0" u="none" strike="noStrike" kern="1200" cap="none" spc="0" normalizeH="0" baseline="0" noProof="0" dirty="0" err="1">
                <a:ln>
                  <a:noFill/>
                </a:ln>
                <a:solidFill>
                  <a:prstClr val="black"/>
                </a:solidFill>
                <a:effectLst/>
                <a:uLnTx/>
                <a:uFillTx/>
                <a:latin typeface="Segoe UI Semibold" panose="020B0502040204020203" pitchFamily="34" charset="0"/>
                <a:ea typeface="+mj-ea"/>
                <a:cs typeface="Segoe UI Semibold" panose="020B0502040204020203" pitchFamily="34" charset="0"/>
              </a:rPr>
              <a:t>Cyclecloud</a:t>
            </a:r>
            <a:r>
              <a:rPr kumimoji="0" lang="en-US" sz="1600" b="1" i="0" u="none" strike="noStrike" kern="1200" cap="none" spc="0" normalizeH="0" baseline="0" noProof="0" dirty="0">
                <a:ln>
                  <a:noFill/>
                </a:ln>
                <a:solidFill>
                  <a:prstClr val="black"/>
                </a:solidFill>
                <a:effectLst/>
                <a:uLnTx/>
                <a:uFillTx/>
                <a:latin typeface="Segoe UI Semibold" panose="020B0502040204020203" pitchFamily="34" charset="0"/>
                <a:ea typeface="+mj-ea"/>
                <a:cs typeface="Segoe UI Semibold" panose="020B0502040204020203" pitchFamily="34" charset="0"/>
              </a:rPr>
              <a:t> Server</a:t>
            </a:r>
          </a:p>
          <a:p>
            <a:pPr marL="0" marR="0" lvl="0" indent="0" algn="l" defTabSz="914400" rtl="0" eaLnBrk="1" fontAlgn="auto" latinLnBrk="0" hangingPunct="1">
              <a:lnSpc>
                <a:spcPct val="100000"/>
              </a:lnSpc>
              <a:spcBef>
                <a:spcPct val="0"/>
              </a:spcBef>
              <a:spcAft>
                <a:spcPts val="0"/>
              </a:spcAft>
              <a:buClrTx/>
              <a:buSzTx/>
              <a:buFontTx/>
              <a:buNone/>
              <a:tabLst/>
              <a:defRPr/>
            </a:pPr>
            <a:r>
              <a:rPr lang="en-US" sz="1400" b="0" dirty="0" err="1">
                <a:solidFill>
                  <a:srgbClr val="737373"/>
                </a:solidFill>
                <a:latin typeface="Segoe UI" panose="020B0502040204020203" pitchFamily="34" charset="0"/>
                <a:cs typeface="Segoe UI" panose="020B0502040204020203" pitchFamily="34" charset="0"/>
              </a:rPr>
              <a:t>Cyclecloud</a:t>
            </a:r>
            <a:r>
              <a:rPr lang="en-US" sz="1400" b="0" dirty="0">
                <a:solidFill>
                  <a:srgbClr val="737373"/>
                </a:solidFill>
                <a:latin typeface="Segoe UI" panose="020B0502040204020203" pitchFamily="34" charset="0"/>
                <a:cs typeface="Segoe UI" panose="020B0502040204020203" pitchFamily="34" charset="0"/>
              </a:rPr>
              <a:t> </a:t>
            </a:r>
            <a:r>
              <a:rPr lang="ko-KR" altLang="en-US" sz="1400" b="0" dirty="0">
                <a:solidFill>
                  <a:srgbClr val="737373"/>
                </a:solidFill>
                <a:latin typeface="Segoe UI" panose="020B0502040204020203" pitchFamily="34" charset="0"/>
                <a:cs typeface="Segoe UI" panose="020B0502040204020203" pitchFamily="34" charset="0"/>
              </a:rPr>
              <a:t>컨트롤플레인</a:t>
            </a:r>
            <a:endParaRPr lang="en-US" altLang="ko-KR" sz="1400" b="0" dirty="0">
              <a:solidFill>
                <a:srgbClr val="737373"/>
              </a:solidFill>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ko-KR" sz="1400" b="0" dirty="0">
                <a:solidFill>
                  <a:srgbClr val="737373"/>
                </a:solidFill>
                <a:latin typeface="Segoe UI" panose="020B0502040204020203" pitchFamily="34" charset="0"/>
                <a:cs typeface="Segoe UI" panose="020B0502040204020203" pitchFamily="34" charset="0"/>
              </a:rPr>
              <a:t>Azure </a:t>
            </a:r>
            <a:r>
              <a:rPr lang="ko-KR" altLang="en-US" sz="1400" b="0" dirty="0">
                <a:solidFill>
                  <a:srgbClr val="737373"/>
                </a:solidFill>
                <a:latin typeface="Segoe UI" panose="020B0502040204020203" pitchFamily="34" charset="0"/>
                <a:cs typeface="Segoe UI" panose="020B0502040204020203" pitchFamily="34" charset="0"/>
              </a:rPr>
              <a:t>리소스 오케스트레이션</a:t>
            </a:r>
            <a:endParaRPr kumimoji="0" lang="en-US" sz="1400" b="0" i="0" u="none" strike="noStrike" kern="1200" cap="none" spc="0" normalizeH="0" baseline="0" noProof="0" dirty="0">
              <a:ln>
                <a:noFill/>
              </a:ln>
              <a:solidFill>
                <a:srgbClr val="737373"/>
              </a:solidFill>
              <a:effectLst/>
              <a:uLnTx/>
              <a:uFillTx/>
              <a:latin typeface="Segoe UI" panose="020B0502040204020203" pitchFamily="34" charset="0"/>
              <a:ea typeface="+mj-ea"/>
              <a:cs typeface="Segoe UI" panose="020B0502040204020203" pitchFamily="34" charset="0"/>
            </a:endParaRPr>
          </a:p>
        </p:txBody>
      </p:sp>
      <p:sp>
        <p:nvSpPr>
          <p:cNvPr id="14" name="Title 1">
            <a:extLst>
              <a:ext uri="{FF2B5EF4-FFF2-40B4-BE49-F238E27FC236}">
                <a16:creationId xmlns:a16="http://schemas.microsoft.com/office/drawing/2014/main" id="{0CAC1151-9F3F-F748-E800-F807560626D3}"/>
              </a:ext>
            </a:extLst>
          </p:cNvPr>
          <p:cNvSpPr txBox="1">
            <a:spLocks/>
          </p:cNvSpPr>
          <p:nvPr/>
        </p:nvSpPr>
        <p:spPr>
          <a:xfrm>
            <a:off x="8130296" y="2736520"/>
            <a:ext cx="3956050" cy="971550"/>
          </a:xfrm>
          <a:prstGeom prst="rect">
            <a:avLst/>
          </a:prstGeom>
        </p:spPr>
        <p:txBody>
          <a:bodyPr anchor="t"/>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lvl="0">
              <a:lnSpc>
                <a:spcPct val="100000"/>
              </a:lnSpc>
              <a:defRPr/>
            </a:pPr>
            <a:r>
              <a:rPr lang="ko-KR" altLang="en-US" sz="1600" dirty="0">
                <a:solidFill>
                  <a:prstClr val="black"/>
                </a:solidFill>
              </a:rPr>
              <a:t>② </a:t>
            </a:r>
            <a:r>
              <a:rPr lang="en-US" altLang="ko-KR" sz="1600" dirty="0" err="1">
                <a:solidFill>
                  <a:prstClr val="black"/>
                </a:solidFill>
              </a:rPr>
              <a:t>Slurm</a:t>
            </a:r>
            <a:r>
              <a:rPr lang="ko-KR" altLang="en-US" sz="1600" dirty="0">
                <a:solidFill>
                  <a:prstClr val="black"/>
                </a:solidFill>
              </a:rPr>
              <a:t> </a:t>
            </a:r>
            <a:r>
              <a:rPr lang="en-US" altLang="ko-KR" sz="1600" dirty="0">
                <a:solidFill>
                  <a:prstClr val="black"/>
                </a:solidFill>
              </a:rPr>
              <a:t>Master</a:t>
            </a:r>
            <a:r>
              <a:rPr lang="ko-KR" altLang="en-US" sz="1600" dirty="0">
                <a:solidFill>
                  <a:prstClr val="black"/>
                </a:solidFill>
              </a:rPr>
              <a:t> </a:t>
            </a:r>
            <a:r>
              <a:rPr lang="en-US" altLang="ko-KR" sz="1600" dirty="0">
                <a:solidFill>
                  <a:prstClr val="black"/>
                </a:solidFill>
              </a:rPr>
              <a:t>(Scheduler </a:t>
            </a:r>
            <a:r>
              <a:rPr lang="ko-KR" altLang="en-US" sz="1600" dirty="0">
                <a:solidFill>
                  <a:prstClr val="black"/>
                </a:solidFill>
              </a:rPr>
              <a:t>노드</a:t>
            </a:r>
            <a:r>
              <a:rPr lang="en-US" altLang="ko-KR" sz="1600" dirty="0">
                <a:solidFill>
                  <a:prstClr val="black"/>
                </a:solidFill>
              </a:rPr>
              <a:t>) </a:t>
            </a:r>
          </a:p>
          <a:p>
            <a:pPr lvl="0">
              <a:lnSpc>
                <a:spcPct val="100000"/>
              </a:lnSpc>
              <a:defRPr/>
            </a:pPr>
            <a:r>
              <a:rPr kumimoji="0" lang="ko-KR" altLang="en-US" sz="1400" b="0" i="0" u="none" strike="noStrike" kern="1200" cap="none" spc="0" normalizeH="0" baseline="0" noProof="0" dirty="0">
                <a:ln>
                  <a:noFill/>
                </a:ln>
                <a:solidFill>
                  <a:srgbClr val="737373"/>
                </a:solidFill>
                <a:effectLst/>
                <a:uLnTx/>
                <a:uFillTx/>
                <a:latin typeface="Segoe UI" panose="020B0502040204020203" pitchFamily="34" charset="0"/>
                <a:ea typeface="+mj-ea"/>
                <a:cs typeface="Segoe UI" panose="020B0502040204020203" pitchFamily="34" charset="0"/>
              </a:rPr>
              <a:t>워크로드 스케줄링과 자원 할당</a:t>
            </a:r>
            <a:endParaRPr kumimoji="0" lang="en-US" sz="1400" b="0" i="0" u="none" strike="noStrike" kern="1200" cap="none" spc="0" normalizeH="0" baseline="0" noProof="0" dirty="0">
              <a:ln>
                <a:noFill/>
              </a:ln>
              <a:solidFill>
                <a:srgbClr val="737373"/>
              </a:solidFill>
              <a:effectLst/>
              <a:uLnTx/>
              <a:uFillTx/>
              <a:latin typeface="Segoe UI" panose="020B0502040204020203" pitchFamily="34" charset="0"/>
              <a:ea typeface="+mj-ea"/>
              <a:cs typeface="Segoe UI" panose="020B0502040204020203" pitchFamily="34" charset="0"/>
            </a:endParaRPr>
          </a:p>
        </p:txBody>
      </p:sp>
      <p:sp>
        <p:nvSpPr>
          <p:cNvPr id="15" name="Title 1">
            <a:extLst>
              <a:ext uri="{FF2B5EF4-FFF2-40B4-BE49-F238E27FC236}">
                <a16:creationId xmlns:a16="http://schemas.microsoft.com/office/drawing/2014/main" id="{C80046CD-04C0-1DB1-5F0C-8E0522AADA63}"/>
              </a:ext>
            </a:extLst>
          </p:cNvPr>
          <p:cNvSpPr txBox="1">
            <a:spLocks/>
          </p:cNvSpPr>
          <p:nvPr/>
        </p:nvSpPr>
        <p:spPr>
          <a:xfrm>
            <a:off x="8130296" y="3727120"/>
            <a:ext cx="3956050" cy="971550"/>
          </a:xfrm>
          <a:prstGeom prst="rect">
            <a:avLst/>
          </a:prstGeom>
        </p:spPr>
        <p:txBody>
          <a:bodyPr anchor="t"/>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ko-KR" altLang="en-US" sz="1600" dirty="0">
                <a:solidFill>
                  <a:prstClr val="black"/>
                </a:solidFill>
              </a:rPr>
              <a:t>③ 노드</a:t>
            </a:r>
            <a:endParaRPr lang="en-US" altLang="ko-KR" sz="1600" dirty="0">
              <a:solidFill>
                <a:prstClr val="black"/>
              </a:solidFill>
            </a:endParaRPr>
          </a:p>
          <a:p>
            <a:pPr marL="0" marR="0" lvl="0" indent="0" algn="l" defTabSz="914400" rtl="0" eaLnBrk="1" fontAlgn="auto" latinLnBrk="0" hangingPunct="1">
              <a:lnSpc>
                <a:spcPct val="100000"/>
              </a:lnSpc>
              <a:spcBef>
                <a:spcPct val="0"/>
              </a:spcBef>
              <a:spcAft>
                <a:spcPts val="0"/>
              </a:spcAft>
              <a:buClrTx/>
              <a:buSzTx/>
              <a:buFontTx/>
              <a:buNone/>
              <a:tabLst/>
              <a:defRPr/>
            </a:pPr>
            <a:r>
              <a:rPr lang="ko-KR" altLang="en-US" sz="1400" b="0" dirty="0">
                <a:solidFill>
                  <a:srgbClr val="737373"/>
                </a:solidFill>
                <a:latin typeface="Segoe UI" panose="020B0502040204020203" pitchFamily="34" charset="0"/>
                <a:cs typeface="Segoe UI" panose="020B0502040204020203" pitchFamily="34" charset="0"/>
              </a:rPr>
              <a:t>실제 </a:t>
            </a:r>
            <a:r>
              <a:rPr lang="en-US" altLang="ko-KR" sz="1400" b="0" dirty="0">
                <a:solidFill>
                  <a:srgbClr val="737373"/>
                </a:solidFill>
                <a:latin typeface="Segoe UI" panose="020B0502040204020203" pitchFamily="34" charset="0"/>
                <a:cs typeface="Segoe UI" panose="020B0502040204020203" pitchFamily="34" charset="0"/>
              </a:rPr>
              <a:t>Job</a:t>
            </a:r>
            <a:r>
              <a:rPr lang="ko-KR" altLang="en-US" sz="1400" b="0" dirty="0">
                <a:solidFill>
                  <a:srgbClr val="737373"/>
                </a:solidFill>
                <a:latin typeface="Segoe UI" panose="020B0502040204020203" pitchFamily="34" charset="0"/>
                <a:cs typeface="Segoe UI" panose="020B0502040204020203" pitchFamily="34" charset="0"/>
              </a:rPr>
              <a:t>이 동작하는 워커 노드</a:t>
            </a:r>
            <a:endParaRPr lang="en-US" altLang="ko-KR" sz="1400" b="0" dirty="0">
              <a:solidFill>
                <a:srgbClr val="737373"/>
              </a:solidFill>
              <a:latin typeface="Segoe UI" panose="020B0502040204020203" pitchFamily="34" charset="0"/>
              <a:cs typeface="Segoe UI" panose="020B0502040204020203" pitchFamily="34" charset="0"/>
            </a:endParaRPr>
          </a:p>
        </p:txBody>
      </p:sp>
      <p:sp>
        <p:nvSpPr>
          <p:cNvPr id="16" name="Title 1">
            <a:extLst>
              <a:ext uri="{FF2B5EF4-FFF2-40B4-BE49-F238E27FC236}">
                <a16:creationId xmlns:a16="http://schemas.microsoft.com/office/drawing/2014/main" id="{66AD6FA1-586F-3310-6878-7F877775454B}"/>
              </a:ext>
            </a:extLst>
          </p:cNvPr>
          <p:cNvSpPr txBox="1">
            <a:spLocks/>
          </p:cNvSpPr>
          <p:nvPr/>
        </p:nvSpPr>
        <p:spPr>
          <a:xfrm>
            <a:off x="8130296" y="4510686"/>
            <a:ext cx="3956050" cy="971550"/>
          </a:xfrm>
          <a:prstGeom prst="rect">
            <a:avLst/>
          </a:prstGeom>
        </p:spPr>
        <p:txBody>
          <a:bodyPr anchor="t"/>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lvl="0">
              <a:lnSpc>
                <a:spcPct val="100000"/>
              </a:lnSpc>
              <a:defRPr/>
            </a:pPr>
            <a:r>
              <a:rPr lang="ko-KR" altLang="en-US" sz="1600" dirty="0">
                <a:solidFill>
                  <a:prstClr val="black"/>
                </a:solidFill>
              </a:rPr>
              <a:t>④ </a:t>
            </a:r>
            <a:r>
              <a:rPr lang="en-US" altLang="ko-KR" sz="1600" dirty="0">
                <a:solidFill>
                  <a:prstClr val="black"/>
                </a:solidFill>
              </a:rPr>
              <a:t>/shared, /sched</a:t>
            </a:r>
          </a:p>
          <a:p>
            <a:pPr lvl="0">
              <a:lnSpc>
                <a:spcPct val="100000"/>
              </a:lnSpc>
              <a:defRPr/>
            </a:pPr>
            <a:r>
              <a:rPr lang="en-US" sz="1400" b="0" dirty="0">
                <a:solidFill>
                  <a:srgbClr val="737373"/>
                </a:solidFill>
                <a:latin typeface="Segoe UI" panose="020B0502040204020203" pitchFamily="34" charset="0"/>
                <a:cs typeface="Segoe UI" panose="020B0502040204020203" pitchFamily="34" charset="0"/>
              </a:rPr>
              <a:t>/shared:</a:t>
            </a:r>
            <a:r>
              <a:rPr lang="ko-KR" altLang="en-US" sz="1400" b="0" dirty="0">
                <a:solidFill>
                  <a:srgbClr val="737373"/>
                </a:solidFill>
                <a:latin typeface="Segoe UI" panose="020B0502040204020203" pitchFamily="34" charset="0"/>
                <a:cs typeface="Segoe UI" panose="020B0502040204020203" pitchFamily="34" charset="0"/>
              </a:rPr>
              <a:t> 모든 노드 공유</a:t>
            </a:r>
            <a:r>
              <a:rPr lang="en-US" altLang="ko-KR" sz="1400" b="0" dirty="0">
                <a:solidFill>
                  <a:srgbClr val="737373"/>
                </a:solidFill>
                <a:latin typeface="Segoe UI" panose="020B0502040204020203" pitchFamily="34" charset="0"/>
                <a:cs typeface="Segoe UI" panose="020B0502040204020203" pitchFamily="34" charset="0"/>
              </a:rPr>
              <a:t> </a:t>
            </a:r>
            <a:r>
              <a:rPr lang="ko-KR" altLang="en-US" sz="1400" b="0" dirty="0">
                <a:solidFill>
                  <a:srgbClr val="737373"/>
                </a:solidFill>
                <a:latin typeface="Segoe UI" panose="020B0502040204020203" pitchFamily="34" charset="0"/>
                <a:cs typeface="Segoe UI" panose="020B0502040204020203" pitchFamily="34" charset="0"/>
              </a:rPr>
              <a:t>저장소</a:t>
            </a:r>
            <a:endParaRPr lang="en-US" altLang="ko-KR" sz="1400" b="0" dirty="0">
              <a:solidFill>
                <a:srgbClr val="737373"/>
              </a:solidFill>
              <a:latin typeface="Segoe UI" panose="020B0502040204020203" pitchFamily="34" charset="0"/>
              <a:cs typeface="Segoe UI" panose="020B0502040204020203" pitchFamily="34" charset="0"/>
            </a:endParaRPr>
          </a:p>
          <a:p>
            <a:pPr lvl="0">
              <a:lnSpc>
                <a:spcPct val="100000"/>
              </a:lnSpc>
              <a:defRPr/>
            </a:pPr>
            <a:r>
              <a:rPr kumimoji="0" lang="en-US" sz="1400" b="0" i="0" u="none" strike="noStrike" kern="1200" cap="none" spc="0" normalizeH="0" baseline="0" noProof="0" dirty="0">
                <a:ln>
                  <a:noFill/>
                </a:ln>
                <a:solidFill>
                  <a:srgbClr val="737373"/>
                </a:solidFill>
                <a:effectLst/>
                <a:uLnTx/>
                <a:uFillTx/>
                <a:latin typeface="Segoe UI" panose="020B0502040204020203" pitchFamily="34" charset="0"/>
                <a:ea typeface="+mj-ea"/>
                <a:cs typeface="Segoe UI" panose="020B0502040204020203" pitchFamily="34" charset="0"/>
              </a:rPr>
              <a:t>/sched: </a:t>
            </a:r>
            <a:r>
              <a:rPr lang="en-US" sz="1400" b="0" dirty="0" err="1">
                <a:solidFill>
                  <a:srgbClr val="737373"/>
                </a:solidFill>
                <a:latin typeface="Segoe UI" panose="020B0502040204020203" pitchFamily="34" charset="0"/>
                <a:cs typeface="Segoe UI" panose="020B0502040204020203" pitchFamily="34" charset="0"/>
              </a:rPr>
              <a:t>Slurm</a:t>
            </a:r>
            <a:r>
              <a:rPr lang="ko-KR" altLang="en-US" sz="1400" b="0" dirty="0">
                <a:solidFill>
                  <a:srgbClr val="737373"/>
                </a:solidFill>
                <a:latin typeface="Segoe UI" panose="020B0502040204020203" pitchFamily="34" charset="0"/>
                <a:cs typeface="Segoe UI" panose="020B0502040204020203" pitchFamily="34" charset="0"/>
              </a:rPr>
              <a:t> 메타데이터 및 스케줄러 저장소</a:t>
            </a:r>
            <a:endParaRPr kumimoji="0" lang="en-US" sz="1400" b="0" i="0" u="none" strike="noStrike" kern="1200" cap="none" spc="0" normalizeH="0" baseline="0" noProof="0" dirty="0">
              <a:ln>
                <a:noFill/>
              </a:ln>
              <a:solidFill>
                <a:srgbClr val="737373"/>
              </a:solidFill>
              <a:effectLst/>
              <a:uLnTx/>
              <a:uFillTx/>
              <a:latin typeface="Segoe UI" panose="020B0502040204020203" pitchFamily="34" charset="0"/>
              <a:ea typeface="+mj-ea"/>
              <a:cs typeface="Segoe UI" panose="020B0502040204020203" pitchFamily="34" charset="0"/>
            </a:endParaRPr>
          </a:p>
        </p:txBody>
      </p:sp>
      <p:sp>
        <p:nvSpPr>
          <p:cNvPr id="17" name="Title 1">
            <a:extLst>
              <a:ext uri="{FF2B5EF4-FFF2-40B4-BE49-F238E27FC236}">
                <a16:creationId xmlns:a16="http://schemas.microsoft.com/office/drawing/2014/main" id="{BE597FB7-9557-4B58-698D-159DA3789054}"/>
              </a:ext>
            </a:extLst>
          </p:cNvPr>
          <p:cNvSpPr txBox="1">
            <a:spLocks/>
          </p:cNvSpPr>
          <p:nvPr/>
        </p:nvSpPr>
        <p:spPr>
          <a:xfrm>
            <a:off x="8130296" y="5501286"/>
            <a:ext cx="3956050" cy="971550"/>
          </a:xfrm>
          <a:prstGeom prst="rect">
            <a:avLst/>
          </a:prstGeom>
        </p:spPr>
        <p:txBody>
          <a:bodyPr anchor="t"/>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ko-KR" altLang="en-US" sz="1600" dirty="0">
                <a:solidFill>
                  <a:prstClr val="black"/>
                </a:solidFill>
              </a:rPr>
              <a:t>⑤ </a:t>
            </a:r>
            <a:r>
              <a:rPr lang="en-US" altLang="ko-KR" sz="1600" dirty="0">
                <a:solidFill>
                  <a:prstClr val="black"/>
                </a:solidFill>
              </a:rPr>
              <a:t>Blob Storage (Locker)</a:t>
            </a:r>
          </a:p>
          <a:p>
            <a:pPr marL="0" marR="0" lvl="0" indent="0" algn="l" defTabSz="914400" rtl="0" eaLnBrk="1" fontAlgn="auto" latinLnBrk="0" hangingPunct="1">
              <a:lnSpc>
                <a:spcPct val="100000"/>
              </a:lnSpc>
              <a:spcBef>
                <a:spcPct val="0"/>
              </a:spcBef>
              <a:spcAft>
                <a:spcPts val="0"/>
              </a:spcAft>
              <a:buClrTx/>
              <a:buSzTx/>
              <a:buFontTx/>
              <a:buNone/>
              <a:tabLst/>
              <a:defRPr/>
            </a:pPr>
            <a:r>
              <a:rPr lang="ko-KR" altLang="en-US" sz="1400" b="0" dirty="0">
                <a:solidFill>
                  <a:srgbClr val="737373"/>
                </a:solidFill>
                <a:latin typeface="Segoe UI" panose="020B0502040204020203" pitchFamily="34" charset="0"/>
                <a:cs typeface="Segoe UI" panose="020B0502040204020203" pitchFamily="34" charset="0"/>
              </a:rPr>
              <a:t>클러스터 구성</a:t>
            </a:r>
            <a:r>
              <a:rPr lang="en-US" altLang="ko-KR" sz="1400" b="0" dirty="0">
                <a:solidFill>
                  <a:srgbClr val="737373"/>
                </a:solidFill>
                <a:latin typeface="Segoe UI" panose="020B0502040204020203" pitchFamily="34" charset="0"/>
                <a:cs typeface="Segoe UI" panose="020B0502040204020203" pitchFamily="34" charset="0"/>
              </a:rPr>
              <a:t>, </a:t>
            </a:r>
            <a:r>
              <a:rPr lang="ko-KR" altLang="en-US" sz="1400" b="0" dirty="0">
                <a:solidFill>
                  <a:srgbClr val="737373"/>
                </a:solidFill>
                <a:latin typeface="Segoe UI" panose="020B0502040204020203" pitchFamily="34" charset="0"/>
                <a:cs typeface="Segoe UI" panose="020B0502040204020203" pitchFamily="34" charset="0"/>
              </a:rPr>
              <a:t>배포를 위한 객체 저장소</a:t>
            </a:r>
            <a:endParaRPr lang="en-US" altLang="ko-KR" sz="1400" b="0" dirty="0">
              <a:solidFill>
                <a:srgbClr val="737373"/>
              </a:solidFill>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ko-KR" sz="1400" b="0" dirty="0">
                <a:solidFill>
                  <a:srgbClr val="737373"/>
                </a:solidFill>
                <a:latin typeface="Segoe UI" panose="020B0502040204020203" pitchFamily="34" charset="0"/>
                <a:cs typeface="Segoe UI" panose="020B0502040204020203" pitchFamily="34" charset="0"/>
              </a:rPr>
              <a:t>cluster-</a:t>
            </a:r>
            <a:r>
              <a:rPr lang="en-US" altLang="ko-KR" sz="1400" b="0" dirty="0" err="1">
                <a:solidFill>
                  <a:srgbClr val="737373"/>
                </a:solidFill>
                <a:latin typeface="Segoe UI" panose="020B0502040204020203" pitchFamily="34" charset="0"/>
                <a:cs typeface="Segoe UI" panose="020B0502040204020203" pitchFamily="34" charset="0"/>
              </a:rPr>
              <a:t>init</a:t>
            </a:r>
            <a:r>
              <a:rPr lang="en-US" altLang="ko-KR" sz="1400" b="0" dirty="0">
                <a:solidFill>
                  <a:srgbClr val="737373"/>
                </a:solidFill>
                <a:latin typeface="Segoe UI" panose="020B0502040204020203" pitchFamily="34" charset="0"/>
                <a:cs typeface="Segoe UI" panose="020B0502040204020203" pitchFamily="34" charset="0"/>
              </a:rPr>
              <a:t> </a:t>
            </a:r>
            <a:r>
              <a:rPr lang="ko-KR" altLang="en-US" sz="1400" b="0" dirty="0">
                <a:solidFill>
                  <a:srgbClr val="737373"/>
                </a:solidFill>
                <a:latin typeface="Segoe UI" panose="020B0502040204020203" pitchFamily="34" charset="0"/>
                <a:cs typeface="Segoe UI" panose="020B0502040204020203" pitchFamily="34" charset="0"/>
              </a:rPr>
              <a:t>등 </a:t>
            </a:r>
            <a:endParaRPr lang="en-US" altLang="ko-KR" sz="1400" b="0" dirty="0">
              <a:solidFill>
                <a:srgbClr val="737373"/>
              </a:solidFill>
              <a:latin typeface="Segoe UI" panose="020B0502040204020203" pitchFamily="34" charset="0"/>
              <a:cs typeface="Segoe UI" panose="020B0502040204020203" pitchFamily="34" charset="0"/>
            </a:endParaRPr>
          </a:p>
        </p:txBody>
      </p:sp>
      <p:sp>
        <p:nvSpPr>
          <p:cNvPr id="18" name="타원 17">
            <a:extLst>
              <a:ext uri="{FF2B5EF4-FFF2-40B4-BE49-F238E27FC236}">
                <a16:creationId xmlns:a16="http://schemas.microsoft.com/office/drawing/2014/main" id="{DD07BFA7-3134-0CD1-0B52-9D04C9D58DE5}"/>
              </a:ext>
            </a:extLst>
          </p:cNvPr>
          <p:cNvSpPr/>
          <p:nvPr/>
        </p:nvSpPr>
        <p:spPr bwMode="auto">
          <a:xfrm>
            <a:off x="5514975" y="2019300"/>
            <a:ext cx="323850" cy="323850"/>
          </a:xfrm>
          <a:prstGeom prst="ellipse">
            <a:avLst/>
          </a:prstGeom>
          <a:noFill/>
          <a:ln>
            <a:solidFill>
              <a:schemeClr val="tx1">
                <a:lumMod val="95000"/>
                <a:lumOff val="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ltLang="ko-KR" sz="2000">
                <a:solidFill>
                  <a:schemeClr val="tx1"/>
                </a:solidFill>
                <a:ea typeface="Segoe UI" pitchFamily="34" charset="0"/>
                <a:cs typeface="Segoe UI" pitchFamily="34" charset="0"/>
              </a:rPr>
              <a:t>1</a:t>
            </a:r>
            <a:endParaRPr lang="ko-KR" altLang="en-US" sz="2000" dirty="0" err="1">
              <a:solidFill>
                <a:schemeClr val="tx1"/>
              </a:solidFill>
              <a:ea typeface="Segoe UI" pitchFamily="34" charset="0"/>
              <a:cs typeface="Segoe UI" pitchFamily="34" charset="0"/>
            </a:endParaRPr>
          </a:p>
        </p:txBody>
      </p:sp>
      <p:sp>
        <p:nvSpPr>
          <p:cNvPr id="19" name="타원 18">
            <a:extLst>
              <a:ext uri="{FF2B5EF4-FFF2-40B4-BE49-F238E27FC236}">
                <a16:creationId xmlns:a16="http://schemas.microsoft.com/office/drawing/2014/main" id="{3FF06210-5472-DA69-1AB7-4B027E7185F7}"/>
              </a:ext>
            </a:extLst>
          </p:cNvPr>
          <p:cNvSpPr/>
          <p:nvPr/>
        </p:nvSpPr>
        <p:spPr bwMode="auto">
          <a:xfrm>
            <a:off x="3343275" y="2171012"/>
            <a:ext cx="323850" cy="323850"/>
          </a:xfrm>
          <a:prstGeom prst="ellipse">
            <a:avLst/>
          </a:prstGeom>
          <a:noFill/>
          <a:ln>
            <a:solidFill>
              <a:schemeClr val="tx1">
                <a:lumMod val="95000"/>
                <a:lumOff val="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ltLang="ko-KR" sz="2000">
                <a:solidFill>
                  <a:schemeClr val="tx1"/>
                </a:solidFill>
                <a:ea typeface="Segoe UI" pitchFamily="34" charset="0"/>
                <a:cs typeface="Segoe UI" pitchFamily="34" charset="0"/>
              </a:rPr>
              <a:t>2</a:t>
            </a:r>
            <a:endParaRPr lang="ko-KR" altLang="en-US" sz="2000" dirty="0" err="1">
              <a:solidFill>
                <a:schemeClr val="tx1"/>
              </a:solidFill>
              <a:ea typeface="Segoe UI" pitchFamily="34" charset="0"/>
              <a:cs typeface="Segoe UI" pitchFamily="34" charset="0"/>
            </a:endParaRPr>
          </a:p>
        </p:txBody>
      </p:sp>
      <p:sp>
        <p:nvSpPr>
          <p:cNvPr id="20" name="타원 19">
            <a:extLst>
              <a:ext uri="{FF2B5EF4-FFF2-40B4-BE49-F238E27FC236}">
                <a16:creationId xmlns:a16="http://schemas.microsoft.com/office/drawing/2014/main" id="{607894A9-1954-3DF8-BD3D-027B4C50BA9A}"/>
              </a:ext>
            </a:extLst>
          </p:cNvPr>
          <p:cNvSpPr/>
          <p:nvPr/>
        </p:nvSpPr>
        <p:spPr bwMode="auto">
          <a:xfrm>
            <a:off x="3067050" y="4039289"/>
            <a:ext cx="323850" cy="323850"/>
          </a:xfrm>
          <a:prstGeom prst="ellipse">
            <a:avLst/>
          </a:prstGeom>
          <a:noFill/>
          <a:ln>
            <a:solidFill>
              <a:schemeClr val="tx1">
                <a:lumMod val="95000"/>
                <a:lumOff val="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ltLang="ko-KR" sz="2000">
                <a:solidFill>
                  <a:schemeClr val="tx1"/>
                </a:solidFill>
                <a:ea typeface="Segoe UI" pitchFamily="34" charset="0"/>
                <a:cs typeface="Segoe UI" pitchFamily="34" charset="0"/>
              </a:rPr>
              <a:t>3</a:t>
            </a:r>
            <a:endParaRPr lang="ko-KR" altLang="en-US" sz="2000" dirty="0" err="1">
              <a:solidFill>
                <a:schemeClr val="tx1"/>
              </a:solidFill>
              <a:ea typeface="Segoe UI" pitchFamily="34" charset="0"/>
              <a:cs typeface="Segoe UI" pitchFamily="34" charset="0"/>
            </a:endParaRPr>
          </a:p>
        </p:txBody>
      </p:sp>
      <p:sp>
        <p:nvSpPr>
          <p:cNvPr id="21" name="타원 20">
            <a:extLst>
              <a:ext uri="{FF2B5EF4-FFF2-40B4-BE49-F238E27FC236}">
                <a16:creationId xmlns:a16="http://schemas.microsoft.com/office/drawing/2014/main" id="{7AB06E30-4DFB-6298-6FBD-88DE26FDB188}"/>
              </a:ext>
            </a:extLst>
          </p:cNvPr>
          <p:cNvSpPr/>
          <p:nvPr/>
        </p:nvSpPr>
        <p:spPr bwMode="auto">
          <a:xfrm>
            <a:off x="4231113" y="2770467"/>
            <a:ext cx="323850" cy="323850"/>
          </a:xfrm>
          <a:prstGeom prst="ellipse">
            <a:avLst/>
          </a:prstGeom>
          <a:noFill/>
          <a:ln>
            <a:solidFill>
              <a:schemeClr val="tx1">
                <a:lumMod val="95000"/>
                <a:lumOff val="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ltLang="ko-KR" sz="2000">
                <a:solidFill>
                  <a:schemeClr val="tx1"/>
                </a:solidFill>
                <a:ea typeface="Segoe UI" pitchFamily="34" charset="0"/>
                <a:cs typeface="Segoe UI" pitchFamily="34" charset="0"/>
              </a:rPr>
              <a:t>4</a:t>
            </a:r>
            <a:endParaRPr lang="ko-KR" altLang="en-US" sz="2000" dirty="0" err="1">
              <a:solidFill>
                <a:schemeClr val="tx1"/>
              </a:solidFill>
              <a:ea typeface="Segoe UI" pitchFamily="34" charset="0"/>
              <a:cs typeface="Segoe UI" pitchFamily="34" charset="0"/>
            </a:endParaRPr>
          </a:p>
        </p:txBody>
      </p:sp>
      <p:sp>
        <p:nvSpPr>
          <p:cNvPr id="22" name="타원 21">
            <a:extLst>
              <a:ext uri="{FF2B5EF4-FFF2-40B4-BE49-F238E27FC236}">
                <a16:creationId xmlns:a16="http://schemas.microsoft.com/office/drawing/2014/main" id="{8E461CC3-4A48-13D5-C1A0-E93EFF6A9255}"/>
              </a:ext>
            </a:extLst>
          </p:cNvPr>
          <p:cNvSpPr/>
          <p:nvPr/>
        </p:nvSpPr>
        <p:spPr bwMode="auto">
          <a:xfrm>
            <a:off x="7229475" y="2494862"/>
            <a:ext cx="323850" cy="323850"/>
          </a:xfrm>
          <a:prstGeom prst="ellipse">
            <a:avLst/>
          </a:prstGeom>
          <a:noFill/>
          <a:ln>
            <a:solidFill>
              <a:schemeClr val="tx1">
                <a:lumMod val="95000"/>
                <a:lumOff val="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altLang="ko-KR" sz="2000">
                <a:solidFill>
                  <a:schemeClr val="tx1"/>
                </a:solidFill>
                <a:ea typeface="Segoe UI" pitchFamily="34" charset="0"/>
                <a:cs typeface="Segoe UI" pitchFamily="34" charset="0"/>
              </a:rPr>
              <a:t>5</a:t>
            </a:r>
            <a:endParaRPr lang="ko-KR" altLang="en-US" sz="2000" dirty="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18513574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C1B5D-A3B5-8E01-28CB-55A0320D4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021788-E1D2-4177-77F9-1C4E7856F58A}"/>
              </a:ext>
            </a:extLst>
          </p:cNvPr>
          <p:cNvSpPr>
            <a:spLocks noGrp="1"/>
          </p:cNvSpPr>
          <p:nvPr>
            <p:ph type="title"/>
          </p:nvPr>
        </p:nvSpPr>
        <p:spPr/>
        <p:txBody>
          <a:bodyPr/>
          <a:lstStyle/>
          <a:p>
            <a:r>
              <a:rPr lang="en-US"/>
              <a:t>Slurm </a:t>
            </a:r>
            <a:r>
              <a:rPr lang="ko-KR" altLang="en-US"/>
              <a:t>기본 동작</a:t>
            </a:r>
            <a:endParaRPr lang="en-US" dirty="0"/>
          </a:p>
        </p:txBody>
      </p:sp>
      <p:sp>
        <p:nvSpPr>
          <p:cNvPr id="13" name="Title 1">
            <a:extLst>
              <a:ext uri="{FF2B5EF4-FFF2-40B4-BE49-F238E27FC236}">
                <a16:creationId xmlns:a16="http://schemas.microsoft.com/office/drawing/2014/main" id="{F6858BB5-591D-F370-D8D0-2D6DC5DC05BC}"/>
              </a:ext>
            </a:extLst>
          </p:cNvPr>
          <p:cNvSpPr txBox="1">
            <a:spLocks/>
          </p:cNvSpPr>
          <p:nvPr/>
        </p:nvSpPr>
        <p:spPr>
          <a:xfrm>
            <a:off x="7498497" y="1687703"/>
            <a:ext cx="3956050" cy="971550"/>
          </a:xfrm>
          <a:prstGeom prst="rect">
            <a:avLst/>
          </a:prstGeom>
        </p:spPr>
        <p:txBody>
          <a:bodyPr anchor="t"/>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Segoe UI Semibold" panose="020B0502040204020203" pitchFamily="34" charset="0"/>
                <a:ea typeface="+mj-ea"/>
                <a:cs typeface="Segoe UI Semibold" panose="020B0502040204020203" pitchFamily="34" charset="0"/>
              </a:rPr>
              <a:t>scontrol</a:t>
            </a:r>
            <a:endParaRPr kumimoji="0" lang="en-US" sz="1800" b="1" i="0" u="none" strike="noStrike" kern="1200" cap="none" spc="0" normalizeH="0" baseline="0" noProof="0" dirty="0">
              <a:ln>
                <a:noFill/>
              </a:ln>
              <a:solidFill>
                <a:prstClr val="black"/>
              </a:solidFill>
              <a:effectLst/>
              <a:uLnTx/>
              <a:uFillTx/>
              <a:latin typeface="Segoe UI Semibold" panose="020B0502040204020203" pitchFamily="34" charset="0"/>
              <a:ea typeface="+mj-ea"/>
              <a:cs typeface="Segoe UI Semibold" panose="020B0502040204020203"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lang="en-US" sz="1600" b="0" dirty="0" err="1">
                <a:solidFill>
                  <a:srgbClr val="737373"/>
                </a:solidFill>
                <a:latin typeface="Segoe UI" panose="020B0502040204020203" pitchFamily="34" charset="0"/>
                <a:cs typeface="Segoe UI" panose="020B0502040204020203" pitchFamily="34" charset="0"/>
              </a:rPr>
              <a:t>Slurm</a:t>
            </a:r>
            <a:r>
              <a:rPr lang="ko-KR" altLang="en-US" sz="1600" b="0" dirty="0">
                <a:solidFill>
                  <a:srgbClr val="737373"/>
                </a:solidFill>
                <a:latin typeface="Segoe UI" panose="020B0502040204020203" pitchFamily="34" charset="0"/>
                <a:cs typeface="Segoe UI" panose="020B0502040204020203" pitchFamily="34" charset="0"/>
              </a:rPr>
              <a:t>의 </a:t>
            </a:r>
            <a:r>
              <a:rPr lang="en-US" altLang="ko-KR" sz="1600" b="0" dirty="0">
                <a:solidFill>
                  <a:srgbClr val="737373"/>
                </a:solidFill>
                <a:latin typeface="Segoe UI" panose="020B0502040204020203" pitchFamily="34" charset="0"/>
                <a:cs typeface="Segoe UI" panose="020B0502040204020203" pitchFamily="34" charset="0"/>
              </a:rPr>
              <a:t>Job, Node, Partition </a:t>
            </a:r>
            <a:r>
              <a:rPr lang="ko-KR" altLang="en-US" sz="1600" b="0" dirty="0">
                <a:solidFill>
                  <a:srgbClr val="737373"/>
                </a:solidFill>
                <a:latin typeface="Segoe UI" panose="020B0502040204020203" pitchFamily="34" charset="0"/>
                <a:cs typeface="Segoe UI" panose="020B0502040204020203" pitchFamily="34" charset="0"/>
              </a:rPr>
              <a:t>상태 조회</a:t>
            </a:r>
            <a:r>
              <a:rPr lang="en-US" altLang="ko-KR" sz="1600" b="0" dirty="0">
                <a:solidFill>
                  <a:srgbClr val="737373"/>
                </a:solidFill>
                <a:latin typeface="Segoe UI" panose="020B0502040204020203" pitchFamily="34" charset="0"/>
                <a:cs typeface="Segoe UI" panose="020B0502040204020203" pitchFamily="34" charset="0"/>
              </a:rPr>
              <a:t> </a:t>
            </a:r>
            <a:r>
              <a:rPr lang="ko-KR" altLang="en-US" sz="1600" b="0" dirty="0">
                <a:solidFill>
                  <a:srgbClr val="737373"/>
                </a:solidFill>
                <a:latin typeface="Segoe UI" panose="020B0502040204020203" pitchFamily="34" charset="0"/>
                <a:cs typeface="Segoe UI" panose="020B0502040204020203" pitchFamily="34" charset="0"/>
              </a:rPr>
              <a:t>및 제어</a:t>
            </a:r>
            <a:endParaRPr lang="en-US" altLang="ko-KR" sz="1600" b="0" dirty="0">
              <a:solidFill>
                <a:srgbClr val="737373"/>
              </a:solidFill>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srgbClr val="737373"/>
              </a:solidFill>
              <a:effectLst/>
              <a:uLnTx/>
              <a:uFillTx/>
              <a:latin typeface="Segoe UI" panose="020B0502040204020203" pitchFamily="34" charset="0"/>
              <a:ea typeface="+mj-ea"/>
              <a:cs typeface="Segoe UI" panose="020B0502040204020203" pitchFamily="34" charset="0"/>
            </a:endParaRPr>
          </a:p>
        </p:txBody>
      </p:sp>
      <p:sp>
        <p:nvSpPr>
          <p:cNvPr id="14" name="Title 1">
            <a:extLst>
              <a:ext uri="{FF2B5EF4-FFF2-40B4-BE49-F238E27FC236}">
                <a16:creationId xmlns:a16="http://schemas.microsoft.com/office/drawing/2014/main" id="{86DB2247-6EF1-57E1-486E-4E32EC498473}"/>
              </a:ext>
            </a:extLst>
          </p:cNvPr>
          <p:cNvSpPr txBox="1">
            <a:spLocks/>
          </p:cNvSpPr>
          <p:nvPr/>
        </p:nvSpPr>
        <p:spPr>
          <a:xfrm>
            <a:off x="7498497" y="2651315"/>
            <a:ext cx="3956050" cy="971550"/>
          </a:xfrm>
          <a:prstGeom prst="rect">
            <a:avLst/>
          </a:prstGeom>
        </p:spPr>
        <p:txBody>
          <a:bodyPr anchor="t"/>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lvl="0">
              <a:lnSpc>
                <a:spcPct val="100000"/>
              </a:lnSpc>
              <a:defRPr/>
            </a:pPr>
            <a:r>
              <a:rPr lang="en-US" altLang="ko-KR" sz="1600" dirty="0" err="1">
                <a:solidFill>
                  <a:prstClr val="black"/>
                </a:solidFill>
              </a:rPr>
              <a:t>squeue</a:t>
            </a:r>
            <a:endParaRPr lang="en-US" altLang="ko-KR" sz="1600" dirty="0">
              <a:solidFill>
                <a:prstClr val="black"/>
              </a:solidFill>
            </a:endParaRPr>
          </a:p>
          <a:p>
            <a:pPr lvl="0">
              <a:lnSpc>
                <a:spcPct val="100000"/>
              </a:lnSpc>
              <a:defRPr/>
            </a:pPr>
            <a:r>
              <a:rPr lang="en-US" altLang="ko-KR" sz="1600" b="0" dirty="0" err="1">
                <a:solidFill>
                  <a:srgbClr val="737373"/>
                </a:solidFill>
                <a:latin typeface="Segoe UI" panose="020B0502040204020203" pitchFamily="34" charset="0"/>
                <a:cs typeface="Segoe UI" panose="020B0502040204020203" pitchFamily="34" charset="0"/>
              </a:rPr>
              <a:t>Slurm</a:t>
            </a:r>
            <a:r>
              <a:rPr lang="en-US" altLang="ko-KR" sz="1600" b="0" dirty="0">
                <a:solidFill>
                  <a:srgbClr val="737373"/>
                </a:solidFill>
                <a:latin typeface="Segoe UI" panose="020B0502040204020203" pitchFamily="34" charset="0"/>
                <a:cs typeface="Segoe UI" panose="020B0502040204020203" pitchFamily="34" charset="0"/>
              </a:rPr>
              <a:t> </a:t>
            </a:r>
            <a:r>
              <a:rPr lang="ko-KR" altLang="en-US" sz="1600" b="0" dirty="0">
                <a:solidFill>
                  <a:srgbClr val="737373"/>
                </a:solidFill>
                <a:latin typeface="Segoe UI" panose="020B0502040204020203" pitchFamily="34" charset="0"/>
                <a:cs typeface="Segoe UI" panose="020B0502040204020203" pitchFamily="34" charset="0"/>
              </a:rPr>
              <a:t>큐에 있는 </a:t>
            </a:r>
            <a:r>
              <a:rPr kumimoji="0" lang="en-US" altLang="ko-KR" sz="1600" b="0" i="0" u="none" strike="noStrike" kern="1200" cap="none" spc="0" normalizeH="0" baseline="0" noProof="0" dirty="0">
                <a:ln>
                  <a:noFill/>
                </a:ln>
                <a:solidFill>
                  <a:srgbClr val="737373"/>
                </a:solidFill>
                <a:effectLst/>
                <a:uLnTx/>
                <a:uFillTx/>
                <a:latin typeface="Segoe UI" panose="020B0502040204020203" pitchFamily="34" charset="0"/>
                <a:ea typeface="+mj-ea"/>
                <a:cs typeface="Segoe UI" panose="020B0502040204020203" pitchFamily="34" charset="0"/>
              </a:rPr>
              <a:t>Job</a:t>
            </a:r>
            <a:r>
              <a:rPr kumimoji="0" lang="ko-KR" altLang="en-US" sz="1600" b="0" i="0" u="none" strike="noStrike" kern="1200" cap="none" spc="0" normalizeH="0" baseline="0" noProof="0" dirty="0">
                <a:ln>
                  <a:noFill/>
                </a:ln>
                <a:solidFill>
                  <a:srgbClr val="737373"/>
                </a:solidFill>
                <a:effectLst/>
                <a:uLnTx/>
                <a:uFillTx/>
                <a:latin typeface="Segoe UI" panose="020B0502040204020203" pitchFamily="34" charset="0"/>
                <a:ea typeface="+mj-ea"/>
                <a:cs typeface="Segoe UI" panose="020B0502040204020203" pitchFamily="34" charset="0"/>
              </a:rPr>
              <a:t>들의 상태 및 대기 이유 확인</a:t>
            </a:r>
            <a:endParaRPr kumimoji="0" lang="en-US" sz="1600" b="0" i="0" u="none" strike="noStrike" kern="1200" cap="none" spc="0" normalizeH="0" baseline="0" noProof="0" dirty="0">
              <a:ln>
                <a:noFill/>
              </a:ln>
              <a:solidFill>
                <a:srgbClr val="737373"/>
              </a:solidFill>
              <a:effectLst/>
              <a:uLnTx/>
              <a:uFillTx/>
              <a:latin typeface="Segoe UI" panose="020B0502040204020203" pitchFamily="34" charset="0"/>
              <a:ea typeface="+mj-ea"/>
              <a:cs typeface="Segoe UI" panose="020B0502040204020203" pitchFamily="34" charset="0"/>
            </a:endParaRPr>
          </a:p>
        </p:txBody>
      </p:sp>
      <p:sp>
        <p:nvSpPr>
          <p:cNvPr id="15" name="Title 1">
            <a:extLst>
              <a:ext uri="{FF2B5EF4-FFF2-40B4-BE49-F238E27FC236}">
                <a16:creationId xmlns:a16="http://schemas.microsoft.com/office/drawing/2014/main" id="{D8CDB5ED-A7C6-A9F2-471D-140EF531B746}"/>
              </a:ext>
            </a:extLst>
          </p:cNvPr>
          <p:cNvSpPr txBox="1">
            <a:spLocks/>
          </p:cNvSpPr>
          <p:nvPr/>
        </p:nvSpPr>
        <p:spPr>
          <a:xfrm>
            <a:off x="7498497" y="3641915"/>
            <a:ext cx="3956050" cy="971550"/>
          </a:xfrm>
          <a:prstGeom prst="rect">
            <a:avLst/>
          </a:prstGeom>
        </p:spPr>
        <p:txBody>
          <a:bodyPr anchor="t"/>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ko-KR" sz="1800" dirty="0" err="1">
                <a:solidFill>
                  <a:prstClr val="black"/>
                </a:solidFill>
              </a:rPr>
              <a:t>sbatch</a:t>
            </a:r>
            <a:endParaRPr lang="en-US" altLang="ko-KR" sz="1800" dirty="0">
              <a:solidFill>
                <a:prstClr val="black"/>
              </a:solidFill>
            </a:endParaRPr>
          </a:p>
          <a:p>
            <a:pPr marL="0" marR="0" lvl="0" indent="0" algn="l" defTabSz="914400" rtl="0" eaLnBrk="1" fontAlgn="auto" latinLnBrk="0" hangingPunct="1">
              <a:lnSpc>
                <a:spcPct val="100000"/>
              </a:lnSpc>
              <a:spcBef>
                <a:spcPct val="0"/>
              </a:spcBef>
              <a:spcAft>
                <a:spcPts val="0"/>
              </a:spcAft>
              <a:buClrTx/>
              <a:buSzTx/>
              <a:buFontTx/>
              <a:buNone/>
              <a:tabLst/>
              <a:defRPr/>
            </a:pPr>
            <a:r>
              <a:rPr lang="ko-KR" altLang="en-US" sz="1600" b="0" dirty="0">
                <a:solidFill>
                  <a:srgbClr val="737373"/>
                </a:solidFill>
                <a:latin typeface="Segoe UI" panose="020B0502040204020203" pitchFamily="34" charset="0"/>
                <a:cs typeface="Segoe UI" panose="020B0502040204020203" pitchFamily="34" charset="0"/>
              </a:rPr>
              <a:t>비동기 스크립트를 </a:t>
            </a:r>
            <a:r>
              <a:rPr lang="en-US" altLang="ko-KR" sz="1600" b="0" dirty="0" err="1">
                <a:solidFill>
                  <a:srgbClr val="737373"/>
                </a:solidFill>
                <a:latin typeface="Segoe UI" panose="020B0502040204020203" pitchFamily="34" charset="0"/>
                <a:cs typeface="Segoe UI" panose="020B0502040204020203" pitchFamily="34" charset="0"/>
              </a:rPr>
              <a:t>Slurm</a:t>
            </a:r>
            <a:r>
              <a:rPr lang="en-US" altLang="ko-KR" sz="1600" b="0" dirty="0">
                <a:solidFill>
                  <a:srgbClr val="737373"/>
                </a:solidFill>
                <a:latin typeface="Segoe UI" panose="020B0502040204020203" pitchFamily="34" charset="0"/>
                <a:cs typeface="Segoe UI" panose="020B0502040204020203" pitchFamily="34" charset="0"/>
              </a:rPr>
              <a:t> Job</a:t>
            </a:r>
            <a:r>
              <a:rPr lang="ko-KR" altLang="en-US" sz="1600" b="0" dirty="0">
                <a:solidFill>
                  <a:srgbClr val="737373"/>
                </a:solidFill>
                <a:latin typeface="Segoe UI" panose="020B0502040204020203" pitchFamily="34" charset="0"/>
                <a:cs typeface="Segoe UI" panose="020B0502040204020203" pitchFamily="34" charset="0"/>
              </a:rPr>
              <a:t>에 등록</a:t>
            </a:r>
            <a:endParaRPr lang="en-US" altLang="ko-KR" sz="1600" b="0" dirty="0">
              <a:solidFill>
                <a:srgbClr val="737373"/>
              </a:solidFill>
              <a:latin typeface="Segoe UI" panose="020B0502040204020203" pitchFamily="34" charset="0"/>
              <a:cs typeface="Segoe UI" panose="020B0502040204020203" pitchFamily="34" charset="0"/>
            </a:endParaRPr>
          </a:p>
        </p:txBody>
      </p:sp>
      <p:sp>
        <p:nvSpPr>
          <p:cNvPr id="16" name="Title 1">
            <a:extLst>
              <a:ext uri="{FF2B5EF4-FFF2-40B4-BE49-F238E27FC236}">
                <a16:creationId xmlns:a16="http://schemas.microsoft.com/office/drawing/2014/main" id="{FD810ABC-B03E-A7C5-7E98-87C86EBCEA58}"/>
              </a:ext>
            </a:extLst>
          </p:cNvPr>
          <p:cNvSpPr txBox="1">
            <a:spLocks/>
          </p:cNvSpPr>
          <p:nvPr/>
        </p:nvSpPr>
        <p:spPr>
          <a:xfrm>
            <a:off x="7498497" y="4425481"/>
            <a:ext cx="3956050" cy="971550"/>
          </a:xfrm>
          <a:prstGeom prst="rect">
            <a:avLst/>
          </a:prstGeom>
        </p:spPr>
        <p:txBody>
          <a:bodyPr anchor="t"/>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lvl="0">
              <a:lnSpc>
                <a:spcPct val="100000"/>
              </a:lnSpc>
              <a:defRPr/>
            </a:pPr>
            <a:r>
              <a:rPr lang="en-US" altLang="ko-KR" sz="1800">
                <a:solidFill>
                  <a:prstClr val="black"/>
                </a:solidFill>
              </a:rPr>
              <a:t>srun</a:t>
            </a:r>
          </a:p>
          <a:p>
            <a:pPr lvl="0">
              <a:lnSpc>
                <a:spcPct val="100000"/>
              </a:lnSpc>
              <a:defRPr/>
            </a:pPr>
            <a:r>
              <a:rPr lang="en-US" sz="1600" b="0">
                <a:solidFill>
                  <a:srgbClr val="737373"/>
                </a:solidFill>
                <a:latin typeface="Segoe UI" panose="020B0502040204020203" pitchFamily="34" charset="0"/>
                <a:cs typeface="Segoe UI" panose="020B0502040204020203" pitchFamily="34" charset="0"/>
              </a:rPr>
              <a:t>Slurm </a:t>
            </a:r>
            <a:r>
              <a:rPr lang="ko-KR" altLang="en-US" sz="1600" b="0">
                <a:solidFill>
                  <a:srgbClr val="737373"/>
                </a:solidFill>
                <a:latin typeface="Segoe UI" panose="020B0502040204020203" pitchFamily="34" charset="0"/>
                <a:cs typeface="Segoe UI" panose="020B0502040204020203" pitchFamily="34" charset="0"/>
              </a:rPr>
              <a:t>자원을 받아 </a:t>
            </a:r>
            <a:r>
              <a:rPr lang="en-US" altLang="ko-KR" sz="1600" b="0">
                <a:solidFill>
                  <a:srgbClr val="737373"/>
                </a:solidFill>
                <a:latin typeface="Segoe UI" panose="020B0502040204020203" pitchFamily="34" charset="0"/>
                <a:cs typeface="Segoe UI" panose="020B0502040204020203" pitchFamily="34" charset="0"/>
              </a:rPr>
              <a:t>Job </a:t>
            </a:r>
            <a:r>
              <a:rPr lang="ko-KR" altLang="en-US" sz="1600" b="0">
                <a:solidFill>
                  <a:srgbClr val="737373"/>
                </a:solidFill>
                <a:latin typeface="Segoe UI" panose="020B0502040204020203" pitchFamily="34" charset="0"/>
                <a:cs typeface="Segoe UI" panose="020B0502040204020203" pitchFamily="34" charset="0"/>
              </a:rPr>
              <a:t>즉시 실행</a:t>
            </a:r>
            <a:endParaRPr kumimoji="0" lang="en-US" sz="1600" b="0" i="0" u="none" strike="noStrike" kern="1200" cap="none" spc="0" normalizeH="0" baseline="0" noProof="0">
              <a:ln>
                <a:noFill/>
              </a:ln>
              <a:solidFill>
                <a:srgbClr val="737373"/>
              </a:solidFill>
              <a:effectLst/>
              <a:uLnTx/>
              <a:uFillTx/>
              <a:latin typeface="Segoe UI" panose="020B0502040204020203" pitchFamily="34" charset="0"/>
              <a:ea typeface="+mj-ea"/>
              <a:cs typeface="Segoe UI" panose="020B0502040204020203" pitchFamily="34" charset="0"/>
            </a:endParaRPr>
          </a:p>
        </p:txBody>
      </p:sp>
      <p:sp>
        <p:nvSpPr>
          <p:cNvPr id="17" name="Title 1">
            <a:extLst>
              <a:ext uri="{FF2B5EF4-FFF2-40B4-BE49-F238E27FC236}">
                <a16:creationId xmlns:a16="http://schemas.microsoft.com/office/drawing/2014/main" id="{DDE4C187-8732-8714-FA92-37C1F8FE7FE6}"/>
              </a:ext>
            </a:extLst>
          </p:cNvPr>
          <p:cNvSpPr txBox="1">
            <a:spLocks/>
          </p:cNvSpPr>
          <p:nvPr/>
        </p:nvSpPr>
        <p:spPr>
          <a:xfrm>
            <a:off x="7498497" y="5416081"/>
            <a:ext cx="3956050" cy="971550"/>
          </a:xfrm>
          <a:prstGeom prst="rect">
            <a:avLst/>
          </a:prstGeom>
        </p:spPr>
        <p:txBody>
          <a:bodyPr anchor="t"/>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ko-KR" sz="1800">
                <a:solidFill>
                  <a:prstClr val="black"/>
                </a:solidFill>
              </a:rPr>
              <a:t>sacct</a:t>
            </a:r>
          </a:p>
          <a:p>
            <a:pPr marL="0" marR="0" lvl="0" indent="0" algn="l" defTabSz="914400" rtl="0" eaLnBrk="1" fontAlgn="auto" latinLnBrk="0" hangingPunct="1">
              <a:lnSpc>
                <a:spcPct val="100000"/>
              </a:lnSpc>
              <a:spcBef>
                <a:spcPct val="0"/>
              </a:spcBef>
              <a:spcAft>
                <a:spcPts val="0"/>
              </a:spcAft>
              <a:buClrTx/>
              <a:buSzTx/>
              <a:buFontTx/>
              <a:buNone/>
              <a:tabLst/>
              <a:defRPr/>
            </a:pPr>
            <a:r>
              <a:rPr lang="ko-KR" altLang="en-US" sz="1600" b="0">
                <a:solidFill>
                  <a:srgbClr val="737373"/>
                </a:solidFill>
                <a:latin typeface="Segoe UI" panose="020B0502040204020203" pitchFamily="34" charset="0"/>
                <a:cs typeface="Segoe UI" panose="020B0502040204020203" pitchFamily="34" charset="0"/>
              </a:rPr>
              <a:t>완료된 </a:t>
            </a:r>
            <a:r>
              <a:rPr lang="en-US" altLang="ko-KR" sz="1600" b="0">
                <a:solidFill>
                  <a:srgbClr val="737373"/>
                </a:solidFill>
                <a:latin typeface="Segoe UI" panose="020B0502040204020203" pitchFamily="34" charset="0"/>
                <a:cs typeface="Segoe UI" panose="020B0502040204020203" pitchFamily="34" charset="0"/>
              </a:rPr>
              <a:t>Job </a:t>
            </a:r>
            <a:r>
              <a:rPr lang="ko-KR" altLang="en-US" sz="1600" b="0">
                <a:solidFill>
                  <a:srgbClr val="737373"/>
                </a:solidFill>
                <a:latin typeface="Segoe UI" panose="020B0502040204020203" pitchFamily="34" charset="0"/>
                <a:cs typeface="Segoe UI" panose="020B0502040204020203" pitchFamily="34" charset="0"/>
              </a:rPr>
              <a:t>실행 이력과 자원 사용량 조회하는 </a:t>
            </a:r>
            <a:r>
              <a:rPr lang="en-US" altLang="ko-KR" sz="1600" b="0">
                <a:solidFill>
                  <a:srgbClr val="737373"/>
                </a:solidFill>
                <a:latin typeface="Segoe UI" panose="020B0502040204020203" pitchFamily="34" charset="0"/>
                <a:cs typeface="Segoe UI" panose="020B0502040204020203" pitchFamily="34" charset="0"/>
              </a:rPr>
              <a:t>Job Accouting</a:t>
            </a:r>
          </a:p>
        </p:txBody>
      </p:sp>
      <p:pic>
        <p:nvPicPr>
          <p:cNvPr id="3" name="그림 2" descr="The diagram illustrates a hierarchy of services in a Slurm cluster, including primary daemons like `slurmctld`, `scontrol`, and `squeue`, and optional daemons such as `sacctmgr` and `sacct`.&#10;&#10;AI 생성 콘텐츠는 정확하지 않을 수 있습니다.">
            <a:extLst>
              <a:ext uri="{FF2B5EF4-FFF2-40B4-BE49-F238E27FC236}">
                <a16:creationId xmlns:a16="http://schemas.microsoft.com/office/drawing/2014/main" id="{BC868076-DDE9-5FD8-DDDB-F49029932E8D}"/>
              </a:ext>
            </a:extLst>
          </p:cNvPr>
          <p:cNvPicPr>
            <a:picLocks noChangeAspect="1"/>
          </p:cNvPicPr>
          <p:nvPr/>
        </p:nvPicPr>
        <p:blipFill>
          <a:blip r:embed="rId2"/>
          <a:stretch>
            <a:fillRect/>
          </a:stretch>
        </p:blipFill>
        <p:spPr>
          <a:xfrm>
            <a:off x="1451292" y="1847162"/>
            <a:ext cx="5572692" cy="4679412"/>
          </a:xfrm>
          <a:prstGeom prst="rect">
            <a:avLst/>
          </a:prstGeom>
        </p:spPr>
      </p:pic>
    </p:spTree>
    <p:extLst>
      <p:ext uri="{BB962C8B-B14F-4D97-AF65-F5344CB8AC3E}">
        <p14:creationId xmlns:p14="http://schemas.microsoft.com/office/powerpoint/2010/main" val="17978435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FAFA9-E4B8-0F11-96F0-3616649DF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C25E6-36DC-3DE1-17BD-6796FAD3A267}"/>
              </a:ext>
            </a:extLst>
          </p:cNvPr>
          <p:cNvSpPr>
            <a:spLocks noGrp="1"/>
          </p:cNvSpPr>
          <p:nvPr>
            <p:ph type="title"/>
          </p:nvPr>
        </p:nvSpPr>
        <p:spPr/>
        <p:txBody>
          <a:bodyPr/>
          <a:lstStyle/>
          <a:p>
            <a:r>
              <a:rPr lang="en-US"/>
              <a:t>Cyclecloud integration with NGC containers</a:t>
            </a:r>
            <a:endParaRPr lang="en-US" dirty="0"/>
          </a:p>
        </p:txBody>
      </p:sp>
      <p:pic>
        <p:nvPicPr>
          <p:cNvPr id="10" name="그림 9" descr="The diagram illustrates a workflow for job submission and execution in a cloud computing environment, featuring components such as Submit Job, Slurm, Workload Manager, User Management, CycleCloud, VM Creation, Pyxis Plugin, and Docker with Enroot Containers.&#10;&#10;AI 생성 콘텐츠는 정확하지 않을 수 있습니다.">
            <a:extLst>
              <a:ext uri="{FF2B5EF4-FFF2-40B4-BE49-F238E27FC236}">
                <a16:creationId xmlns:a16="http://schemas.microsoft.com/office/drawing/2014/main" id="{07A48DBD-6041-E594-8564-B3692FDB795F}"/>
              </a:ext>
            </a:extLst>
          </p:cNvPr>
          <p:cNvPicPr>
            <a:picLocks noChangeAspect="1"/>
          </p:cNvPicPr>
          <p:nvPr/>
        </p:nvPicPr>
        <p:blipFill>
          <a:blip r:embed="rId3"/>
          <a:stretch>
            <a:fillRect/>
          </a:stretch>
        </p:blipFill>
        <p:spPr>
          <a:xfrm>
            <a:off x="1722548" y="1518354"/>
            <a:ext cx="8746903" cy="5005653"/>
          </a:xfrm>
          <a:prstGeom prst="rect">
            <a:avLst/>
          </a:prstGeom>
        </p:spPr>
      </p:pic>
    </p:spTree>
    <p:extLst>
      <p:ext uri="{BB962C8B-B14F-4D97-AF65-F5344CB8AC3E}">
        <p14:creationId xmlns:p14="http://schemas.microsoft.com/office/powerpoint/2010/main" val="224573747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8507E-44B0-DDFF-2CDC-D80BA414E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07939-728C-BEB0-5FA6-19751D9D6635}"/>
              </a:ext>
            </a:extLst>
          </p:cNvPr>
          <p:cNvSpPr>
            <a:spLocks noGrp="1"/>
          </p:cNvSpPr>
          <p:nvPr>
            <p:ph type="title"/>
          </p:nvPr>
        </p:nvSpPr>
        <p:spPr/>
        <p:txBody>
          <a:bodyPr/>
          <a:lstStyle/>
          <a:p>
            <a:r>
              <a:rPr lang="en-US"/>
              <a:t>Cyclecloud Tutorial</a:t>
            </a:r>
            <a:endParaRPr lang="en-US" dirty="0"/>
          </a:p>
        </p:txBody>
      </p:sp>
      <p:pic>
        <p:nvPicPr>
          <p:cNvPr id="4" name="그림 3" descr="The image displays a tutorial page for Azure CycleCloud, offering various learning modules on installation, customization, and Slurm usage for HPC.&#10;&#10;AI 생성 콘텐츠는 정확하지 않을 수 있습니다.">
            <a:extLst>
              <a:ext uri="{FF2B5EF4-FFF2-40B4-BE49-F238E27FC236}">
                <a16:creationId xmlns:a16="http://schemas.microsoft.com/office/drawing/2014/main" id="{8471FBFA-C090-BBC9-CA31-5921A1AAABD5}"/>
              </a:ext>
            </a:extLst>
          </p:cNvPr>
          <p:cNvPicPr>
            <a:picLocks noChangeAspect="1"/>
          </p:cNvPicPr>
          <p:nvPr/>
        </p:nvPicPr>
        <p:blipFill>
          <a:blip r:embed="rId2"/>
          <a:srcRect b="31993"/>
          <a:stretch>
            <a:fillRect/>
          </a:stretch>
        </p:blipFill>
        <p:spPr>
          <a:xfrm>
            <a:off x="3093354" y="2081025"/>
            <a:ext cx="6477904" cy="1833430"/>
          </a:xfrm>
          <a:prstGeom prst="rect">
            <a:avLst/>
          </a:prstGeom>
        </p:spPr>
      </p:pic>
      <p:sp>
        <p:nvSpPr>
          <p:cNvPr id="6" name="TextBox 5">
            <a:extLst>
              <a:ext uri="{FF2B5EF4-FFF2-40B4-BE49-F238E27FC236}">
                <a16:creationId xmlns:a16="http://schemas.microsoft.com/office/drawing/2014/main" id="{9BABEF60-44EF-8ECD-0D6F-255E94954641}"/>
              </a:ext>
            </a:extLst>
          </p:cNvPr>
          <p:cNvSpPr txBox="1"/>
          <p:nvPr/>
        </p:nvSpPr>
        <p:spPr>
          <a:xfrm>
            <a:off x="3318553" y="3984777"/>
            <a:ext cx="6760394" cy="363946"/>
          </a:xfrm>
          <a:prstGeom prst="rect">
            <a:avLst/>
          </a:prstGeom>
          <a:noFill/>
        </p:spPr>
        <p:txBody>
          <a:bodyPr wrap="square">
            <a:spAutoFit/>
          </a:bodyPr>
          <a:lstStyle/>
          <a:p>
            <a:r>
              <a:rPr lang="en-US" altLang="ko-KR">
                <a:hlinkClick r:id="rId3"/>
              </a:rPr>
              <a:t>How to install CycleCloud and creating a cluster</a:t>
            </a:r>
            <a:endParaRPr lang="ko-KR" altLang="en-US"/>
          </a:p>
        </p:txBody>
      </p:sp>
      <p:sp>
        <p:nvSpPr>
          <p:cNvPr id="8" name="TextBox 7">
            <a:extLst>
              <a:ext uri="{FF2B5EF4-FFF2-40B4-BE49-F238E27FC236}">
                <a16:creationId xmlns:a16="http://schemas.microsoft.com/office/drawing/2014/main" id="{94A09262-0350-5548-D4FB-9845E6B054E9}"/>
              </a:ext>
            </a:extLst>
          </p:cNvPr>
          <p:cNvSpPr txBox="1"/>
          <p:nvPr/>
        </p:nvSpPr>
        <p:spPr>
          <a:xfrm>
            <a:off x="3318553" y="4620336"/>
            <a:ext cx="6760394" cy="363946"/>
          </a:xfrm>
          <a:prstGeom prst="rect">
            <a:avLst/>
          </a:prstGeom>
          <a:noFill/>
        </p:spPr>
        <p:txBody>
          <a:bodyPr wrap="square">
            <a:spAutoFit/>
          </a:bodyPr>
          <a:lstStyle/>
          <a:p>
            <a:r>
              <a:rPr lang="en-US" altLang="ko-KR">
                <a:hlinkClick r:id="rId4"/>
              </a:rPr>
              <a:t>How to customize a CycleCloud install</a:t>
            </a:r>
            <a:endParaRPr lang="ko-KR" altLang="en-US"/>
          </a:p>
        </p:txBody>
      </p:sp>
      <p:sp>
        <p:nvSpPr>
          <p:cNvPr id="11" name="TextBox 10">
            <a:extLst>
              <a:ext uri="{FF2B5EF4-FFF2-40B4-BE49-F238E27FC236}">
                <a16:creationId xmlns:a16="http://schemas.microsoft.com/office/drawing/2014/main" id="{90FA3B9A-AD6B-87DA-6E75-BC0A3FC04C90}"/>
              </a:ext>
            </a:extLst>
          </p:cNvPr>
          <p:cNvSpPr txBox="1"/>
          <p:nvPr/>
        </p:nvSpPr>
        <p:spPr>
          <a:xfrm>
            <a:off x="3318553" y="5255895"/>
            <a:ext cx="6760394" cy="363946"/>
          </a:xfrm>
          <a:prstGeom prst="rect">
            <a:avLst/>
          </a:prstGeom>
          <a:noFill/>
        </p:spPr>
        <p:txBody>
          <a:bodyPr wrap="square">
            <a:spAutoFit/>
          </a:bodyPr>
          <a:lstStyle/>
          <a:p>
            <a:r>
              <a:rPr lang="en-US" altLang="ko-KR">
                <a:hlinkClick r:id="rId5"/>
              </a:rPr>
              <a:t>How to use Slurm for HPC on CycleCloud</a:t>
            </a:r>
            <a:endParaRPr lang="ko-KR" altLang="en-US"/>
          </a:p>
        </p:txBody>
      </p:sp>
    </p:spTree>
    <p:extLst>
      <p:ext uri="{BB962C8B-B14F-4D97-AF65-F5344CB8AC3E}">
        <p14:creationId xmlns:p14="http://schemas.microsoft.com/office/powerpoint/2010/main" val="346334509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12FB-8BFB-83BD-B31E-821333AE0F3A}"/>
              </a:ext>
            </a:extLst>
          </p:cNvPr>
          <p:cNvSpPr>
            <a:spLocks noGrp="1"/>
          </p:cNvSpPr>
          <p:nvPr>
            <p:ph type="title"/>
          </p:nvPr>
        </p:nvSpPr>
        <p:spPr/>
        <p:txBody>
          <a:bodyPr/>
          <a:lstStyle/>
          <a:p>
            <a:r>
              <a:rPr lang="ko-KR" altLang="en-US"/>
              <a:t>현재 </a:t>
            </a:r>
            <a:r>
              <a:rPr lang="en-US" altLang="ko-KR"/>
              <a:t>KT </a:t>
            </a:r>
            <a:r>
              <a:rPr lang="ko-KR" altLang="en-US"/>
              <a:t>클러스터 버전 현황</a:t>
            </a:r>
            <a:endParaRPr lang="en-US"/>
          </a:p>
        </p:txBody>
      </p:sp>
      <p:graphicFrame>
        <p:nvGraphicFramePr>
          <p:cNvPr id="7" name="Table 6">
            <a:extLst>
              <a:ext uri="{FF2B5EF4-FFF2-40B4-BE49-F238E27FC236}">
                <a16:creationId xmlns:a16="http://schemas.microsoft.com/office/drawing/2014/main" id="{CE08B68B-F456-F1C6-65E5-B1F0C9C96438}"/>
              </a:ext>
            </a:extLst>
          </p:cNvPr>
          <p:cNvGraphicFramePr>
            <a:graphicFrameLocks noGrp="1"/>
          </p:cNvGraphicFramePr>
          <p:nvPr>
            <p:extLst>
              <p:ext uri="{D42A27DB-BD31-4B8C-83A1-F6EECF244321}">
                <p14:modId xmlns:p14="http://schemas.microsoft.com/office/powerpoint/2010/main" val="419939254"/>
              </p:ext>
            </p:extLst>
          </p:nvPr>
        </p:nvGraphicFramePr>
        <p:xfrm>
          <a:off x="588263" y="1435100"/>
          <a:ext cx="11018520" cy="4723755"/>
        </p:xfrm>
        <a:graphic>
          <a:graphicData uri="http://schemas.openxmlformats.org/drawingml/2006/table">
            <a:tbl>
              <a:tblPr/>
              <a:tblGrid>
                <a:gridCol w="2203704">
                  <a:extLst>
                    <a:ext uri="{9D8B030D-6E8A-4147-A177-3AD203B41FA5}">
                      <a16:colId xmlns:a16="http://schemas.microsoft.com/office/drawing/2014/main" val="117000912"/>
                    </a:ext>
                  </a:extLst>
                </a:gridCol>
                <a:gridCol w="2203704">
                  <a:extLst>
                    <a:ext uri="{9D8B030D-6E8A-4147-A177-3AD203B41FA5}">
                      <a16:colId xmlns:a16="http://schemas.microsoft.com/office/drawing/2014/main" val="2024526986"/>
                    </a:ext>
                  </a:extLst>
                </a:gridCol>
                <a:gridCol w="2203704">
                  <a:extLst>
                    <a:ext uri="{9D8B030D-6E8A-4147-A177-3AD203B41FA5}">
                      <a16:colId xmlns:a16="http://schemas.microsoft.com/office/drawing/2014/main" val="1263685302"/>
                    </a:ext>
                  </a:extLst>
                </a:gridCol>
                <a:gridCol w="2203704">
                  <a:extLst>
                    <a:ext uri="{9D8B030D-6E8A-4147-A177-3AD203B41FA5}">
                      <a16:colId xmlns:a16="http://schemas.microsoft.com/office/drawing/2014/main" val="1529342808"/>
                    </a:ext>
                  </a:extLst>
                </a:gridCol>
                <a:gridCol w="2203704">
                  <a:extLst>
                    <a:ext uri="{9D8B030D-6E8A-4147-A177-3AD203B41FA5}">
                      <a16:colId xmlns:a16="http://schemas.microsoft.com/office/drawing/2014/main" val="3650832160"/>
                    </a:ext>
                  </a:extLst>
                </a:gridCol>
              </a:tblGrid>
              <a:tr h="196698">
                <a:tc>
                  <a:txBody>
                    <a:bodyPr/>
                    <a:lstStyle/>
                    <a:p>
                      <a:pPr marL="0">
                        <a:buNone/>
                      </a:pPr>
                      <a:r>
                        <a:rPr lang="en-US" sz="1200" b="1">
                          <a:effectLst/>
                        </a:rPr>
                        <a:t>Region</a:t>
                      </a:r>
                      <a:endParaRPr lang="en-US" sz="1200">
                        <a:effectLst/>
                      </a:endParaRPr>
                    </a:p>
                  </a:txBody>
                  <a:tcPr marL="16801" marR="16801" marT="8401" marB="8401" anchor="ctr">
                    <a:lnL>
                      <a:noFill/>
                    </a:lnL>
                    <a:lnR>
                      <a:noFill/>
                    </a:lnR>
                    <a:lnT>
                      <a:noFill/>
                    </a:lnT>
                    <a:lnB>
                      <a:noFill/>
                    </a:lnB>
                    <a:noFill/>
                  </a:tcPr>
                </a:tc>
                <a:tc>
                  <a:txBody>
                    <a:bodyPr/>
                    <a:lstStyle/>
                    <a:p>
                      <a:pPr marL="0">
                        <a:buNone/>
                      </a:pPr>
                      <a:r>
                        <a:rPr lang="en-US" sz="1200" b="1">
                          <a:effectLst/>
                        </a:rPr>
                        <a:t>Cyclecloud</a:t>
                      </a:r>
                      <a:endParaRPr lang="en-US" sz="1200">
                        <a:effectLst/>
                      </a:endParaRPr>
                    </a:p>
                  </a:txBody>
                  <a:tcPr marL="16801" marR="16801" marT="8401" marB="8401" anchor="ctr">
                    <a:lnL>
                      <a:noFill/>
                    </a:lnL>
                    <a:lnR>
                      <a:noFill/>
                    </a:lnR>
                    <a:lnT>
                      <a:noFill/>
                    </a:lnT>
                    <a:lnB>
                      <a:noFill/>
                    </a:lnB>
                    <a:noFill/>
                  </a:tcPr>
                </a:tc>
                <a:tc>
                  <a:txBody>
                    <a:bodyPr/>
                    <a:lstStyle/>
                    <a:p>
                      <a:pPr marL="0">
                        <a:buNone/>
                      </a:pPr>
                      <a:r>
                        <a:rPr lang="en-US" sz="1200" b="1">
                          <a:effectLst/>
                        </a:rPr>
                        <a:t>Slurm</a:t>
                      </a:r>
                      <a:endParaRPr lang="en-US" sz="1200">
                        <a:effectLst/>
                      </a:endParaRPr>
                    </a:p>
                  </a:txBody>
                  <a:tcPr marL="16801" marR="16801" marT="8401" marB="8401" anchor="ctr">
                    <a:lnL>
                      <a:noFill/>
                    </a:lnL>
                    <a:lnR>
                      <a:noFill/>
                    </a:lnR>
                    <a:lnT>
                      <a:noFill/>
                    </a:lnT>
                    <a:lnB>
                      <a:noFill/>
                    </a:lnB>
                    <a:noFill/>
                  </a:tcPr>
                </a:tc>
                <a:tc>
                  <a:txBody>
                    <a:bodyPr/>
                    <a:lstStyle/>
                    <a:p>
                      <a:pPr marL="0">
                        <a:buNone/>
                      </a:pPr>
                      <a:r>
                        <a:rPr lang="en-US" sz="1200" b="1">
                          <a:effectLst/>
                        </a:rPr>
                        <a:t>jetpack slurm</a:t>
                      </a:r>
                      <a:endParaRPr lang="en-US" sz="1200">
                        <a:effectLst/>
                      </a:endParaRPr>
                    </a:p>
                  </a:txBody>
                  <a:tcPr marL="16801" marR="16801" marT="8401" marB="8401" anchor="ctr">
                    <a:lnL>
                      <a:noFill/>
                    </a:lnL>
                    <a:lnR>
                      <a:noFill/>
                    </a:lnR>
                    <a:lnT>
                      <a:noFill/>
                    </a:lnT>
                    <a:lnB>
                      <a:noFill/>
                    </a:lnB>
                    <a:noFill/>
                  </a:tcPr>
                </a:tc>
                <a:tc>
                  <a:txBody>
                    <a:bodyPr/>
                    <a:lstStyle/>
                    <a:p>
                      <a:pPr marL="0">
                        <a:buNone/>
                      </a:pPr>
                      <a:r>
                        <a:rPr lang="en-US" sz="1200" b="1">
                          <a:effectLst/>
                        </a:rPr>
                        <a:t>수량</a:t>
                      </a:r>
                      <a:endParaRPr lang="en-US" sz="1200">
                        <a:effectLst/>
                      </a:endParaRPr>
                    </a:p>
                  </a:txBody>
                  <a:tcPr marL="16801" marR="16801" marT="8401" marB="8401" anchor="ctr">
                    <a:lnL>
                      <a:noFill/>
                    </a:lnL>
                    <a:lnR>
                      <a:noFill/>
                    </a:lnR>
                    <a:lnT>
                      <a:noFill/>
                    </a:lnT>
                    <a:lnB>
                      <a:noFill/>
                    </a:lnB>
                    <a:noFill/>
                  </a:tcPr>
                </a:tc>
                <a:extLst>
                  <a:ext uri="{0D108BD9-81ED-4DB2-BD59-A6C34878D82A}">
                    <a16:rowId xmlns:a16="http://schemas.microsoft.com/office/drawing/2014/main" val="774103017"/>
                  </a:ext>
                </a:extLst>
              </a:tr>
              <a:tr h="2852134">
                <a:tc>
                  <a:txBody>
                    <a:bodyPr/>
                    <a:lstStyle/>
                    <a:p>
                      <a:pPr marL="0">
                        <a:buNone/>
                      </a:pPr>
                      <a:r>
                        <a:rPr lang="en-US" sz="1200">
                          <a:effectLst/>
                        </a:rPr>
                        <a:t> </a:t>
                      </a:r>
                    </a:p>
                    <a:p>
                      <a:pPr marL="0">
                        <a:buNone/>
                      </a:pPr>
                      <a:r>
                        <a:rPr lang="en-US" sz="1200">
                          <a:effectLst/>
                        </a:rPr>
                        <a:t>MexicoCentral</a:t>
                      </a:r>
                    </a:p>
                  </a:txBody>
                  <a:tcPr marL="16801" marR="16801" marT="8401" marB="8401" anchor="ctr">
                    <a:lnL>
                      <a:noFill/>
                    </a:lnL>
                    <a:lnR>
                      <a:noFill/>
                    </a:lnR>
                    <a:lnT>
                      <a:noFill/>
                    </a:lnT>
                    <a:lnB>
                      <a:noFill/>
                    </a:lnB>
                    <a:noFill/>
                  </a:tcPr>
                </a:tc>
                <a:tc>
                  <a:txBody>
                    <a:bodyPr/>
                    <a:lstStyle/>
                    <a:p>
                      <a:pPr>
                        <a:buNone/>
                      </a:pPr>
                      <a:r>
                        <a:rPr lang="en-US" sz="1200"/>
                        <a:t>8.9.0-3754 </a:t>
                      </a:r>
                    </a:p>
                  </a:txBody>
                  <a:tcPr marL="16801" marR="16801" marT="8401" marB="8401" anchor="ctr">
                    <a:lnL>
                      <a:noFill/>
                    </a:lnL>
                    <a:lnR>
                      <a:noFill/>
                    </a:lnR>
                    <a:lnT>
                      <a:noFill/>
                    </a:lnT>
                    <a:lnB>
                      <a:noFill/>
                    </a:lnB>
                    <a:noFill/>
                  </a:tcPr>
                </a:tc>
                <a:tc>
                  <a:txBody>
                    <a:bodyPr/>
                    <a:lstStyle/>
                    <a:p>
                      <a:pPr>
                        <a:buNone/>
                      </a:pPr>
                      <a:r>
                        <a:rPr lang="en-US" sz="1200"/>
                        <a:t>25.11.4</a:t>
                      </a:r>
                    </a:p>
                  </a:txBody>
                  <a:tcPr marL="16801" marR="16801" marT="8401" marB="8401" anchor="ctr">
                    <a:lnL>
                      <a:noFill/>
                    </a:lnL>
                    <a:lnR>
                      <a:noFill/>
                    </a:lnR>
                    <a:lnT>
                      <a:noFill/>
                    </a:lnT>
                    <a:lnB>
                      <a:noFill/>
                    </a:lnB>
                    <a:noFill/>
                  </a:tcPr>
                </a:tc>
                <a:tc>
                  <a:txBody>
                    <a:bodyPr/>
                    <a:lstStyle/>
                    <a:p>
                      <a:pPr marL="0">
                        <a:buNone/>
                      </a:pPr>
                      <a:r>
                        <a:rPr lang="en-US" sz="1200">
                          <a:effectLst/>
                        </a:rPr>
                        <a:t> "project": "slurm",</a:t>
                      </a:r>
                    </a:p>
                    <a:p>
                      <a:pPr>
                        <a:buNone/>
                      </a:pPr>
                      <a:r>
                        <a:rPr lang="en-US" sz="1200">
                          <a:effectLst/>
                        </a:rPr>
                        <a:t>        "version": "4.0.8"</a:t>
                      </a:r>
                      <a:endParaRPr lang="en-US" sz="1200"/>
                    </a:p>
                    <a:p>
                      <a:pPr>
                        <a:buNone/>
                      </a:pPr>
                      <a:r>
                        <a:rPr lang="en-US" sz="1200">
                          <a:effectLst/>
                        </a:rPr>
                        <a:t>        "project": "healthagent",</a:t>
                      </a:r>
                      <a:endParaRPr lang="en-US" sz="1200"/>
                    </a:p>
                    <a:p>
                      <a:pPr>
                        <a:buNone/>
                      </a:pPr>
                      <a:r>
                        <a:rPr lang="en-US" sz="1200">
                          <a:effectLst/>
                        </a:rPr>
                        <a:t>        "version": "</a:t>
                      </a:r>
                      <a:r>
                        <a:rPr lang="en-US" sz="1200"/>
                        <a:t>1.0.5</a:t>
                      </a:r>
                      <a:r>
                        <a:rPr lang="en-US" sz="1200">
                          <a:effectLst/>
                        </a:rPr>
                        <a:t>"</a:t>
                      </a:r>
                      <a:endParaRPr lang="en-US" sz="1200"/>
                    </a:p>
                    <a:p>
                      <a:pPr>
                        <a:buNone/>
                      </a:pPr>
                      <a:r>
                        <a:rPr lang="en-US" sz="1200">
                          <a:effectLst/>
                        </a:rPr>
                        <a:t>        "project": "monitoring",</a:t>
                      </a:r>
                      <a:endParaRPr lang="en-US" sz="1200"/>
                    </a:p>
                    <a:p>
                      <a:pPr>
                        <a:buNone/>
                      </a:pPr>
                      <a:r>
                        <a:rPr lang="en-US" sz="1200">
                          <a:effectLst/>
                        </a:rPr>
                        <a:t>        "version": "</a:t>
                      </a:r>
                      <a:r>
                        <a:rPr lang="en-US" sz="1200"/>
                        <a:t>1.0.6</a:t>
                      </a:r>
                      <a:r>
                        <a:rPr lang="en-US" sz="1200">
                          <a:effectLst/>
                        </a:rPr>
                        <a:t>"</a:t>
                      </a:r>
                      <a:endParaRPr lang="en-US" sz="1200"/>
                    </a:p>
                    <a:p>
                      <a:pPr>
                        <a:buNone/>
                      </a:pPr>
                      <a:r>
                        <a:rPr lang="en-US" sz="1200">
                          <a:effectLst/>
                        </a:rPr>
                        <a:t>        "project": "slurm",</a:t>
                      </a:r>
                      <a:endParaRPr lang="en-US" sz="1200"/>
                    </a:p>
                    <a:p>
                      <a:pPr>
                        <a:buNone/>
                      </a:pPr>
                      <a:r>
                        <a:rPr lang="en-US" sz="1200">
                          <a:effectLst/>
                        </a:rPr>
                        <a:t>        "version": "</a:t>
                      </a:r>
                      <a:r>
                        <a:rPr lang="en-US" sz="1200"/>
                        <a:t>4.0.8</a:t>
                      </a:r>
                      <a:r>
                        <a:rPr lang="en-US" sz="1200">
                          <a:effectLst/>
                        </a:rPr>
                        <a:t>"</a:t>
                      </a:r>
                      <a:endParaRPr lang="en-US" sz="1200"/>
                    </a:p>
                    <a:p>
                      <a:pPr>
                        <a:buNone/>
                      </a:pPr>
                      <a:r>
                        <a:rPr lang="en-US" sz="1200">
                          <a:effectLst/>
                        </a:rPr>
                        <a:t>        "project": "scheduler",</a:t>
                      </a:r>
                      <a:endParaRPr lang="en-US" sz="1200"/>
                    </a:p>
                    <a:p>
                      <a:pPr>
                        <a:buNone/>
                      </a:pPr>
                      <a:r>
                        <a:rPr lang="en-US" sz="1200">
                          <a:effectLst/>
                        </a:rPr>
                        <a:t>        "version": "</a:t>
                      </a:r>
                      <a:r>
                        <a:rPr lang="en-US" sz="1200"/>
                        <a:t>1.0.0</a:t>
                      </a:r>
                      <a:r>
                        <a:rPr lang="en-US" sz="1200">
                          <a:effectLst/>
                        </a:rPr>
                        <a:t>"</a:t>
                      </a:r>
                      <a:endParaRPr lang="en-US" sz="1200"/>
                    </a:p>
                  </a:txBody>
                  <a:tcPr marL="16801" marR="16801" marT="8401" marB="8401" anchor="ctr">
                    <a:lnL>
                      <a:noFill/>
                    </a:lnL>
                    <a:lnR>
                      <a:noFill/>
                    </a:lnR>
                    <a:lnT>
                      <a:noFill/>
                    </a:lnT>
                    <a:lnB>
                      <a:noFill/>
                    </a:lnB>
                    <a:noFill/>
                  </a:tcPr>
                </a:tc>
                <a:tc>
                  <a:txBody>
                    <a:bodyPr/>
                    <a:lstStyle/>
                    <a:p>
                      <a:pPr>
                        <a:buNone/>
                      </a:pPr>
                      <a:r>
                        <a:rPr lang="en-US" sz="1200"/>
                        <a:t>본 학습 노드 128대</a:t>
                      </a:r>
                    </a:p>
                    <a:p>
                      <a:pPr>
                        <a:buNone/>
                      </a:pPr>
                      <a:r>
                        <a:rPr lang="en-US" sz="1200"/>
                        <a:t>별도 gpu 노드 4대</a:t>
                      </a:r>
                    </a:p>
                  </a:txBody>
                  <a:tcPr marL="16801" marR="16801" marT="8401" marB="8401" anchor="ctr">
                    <a:lnL>
                      <a:noFill/>
                    </a:lnL>
                    <a:lnR>
                      <a:noFill/>
                    </a:lnR>
                    <a:lnT>
                      <a:noFill/>
                    </a:lnT>
                    <a:lnB>
                      <a:noFill/>
                    </a:lnB>
                    <a:noFill/>
                  </a:tcPr>
                </a:tc>
                <a:extLst>
                  <a:ext uri="{0D108BD9-81ED-4DB2-BD59-A6C34878D82A}">
                    <a16:rowId xmlns:a16="http://schemas.microsoft.com/office/drawing/2014/main" val="3179189436"/>
                  </a:ext>
                </a:extLst>
              </a:tr>
              <a:tr h="1671939">
                <a:tc>
                  <a:txBody>
                    <a:bodyPr/>
                    <a:lstStyle/>
                    <a:p>
                      <a:pPr marL="0">
                        <a:buNone/>
                      </a:pPr>
                      <a:r>
                        <a:rPr lang="en-US" sz="1200">
                          <a:effectLst/>
                        </a:rPr>
                        <a:t>KoreaCentral</a:t>
                      </a:r>
                    </a:p>
                  </a:txBody>
                  <a:tcPr marL="16801" marR="16801" marT="8401" marB="8401" anchor="ctr">
                    <a:lnL>
                      <a:noFill/>
                    </a:lnL>
                    <a:lnR>
                      <a:noFill/>
                    </a:lnR>
                    <a:lnT>
                      <a:noFill/>
                    </a:lnT>
                    <a:lnB>
                      <a:noFill/>
                    </a:lnB>
                    <a:noFill/>
                  </a:tcPr>
                </a:tc>
                <a:tc>
                  <a:txBody>
                    <a:bodyPr/>
                    <a:lstStyle/>
                    <a:p>
                      <a:pPr marL="0">
                        <a:buNone/>
                      </a:pPr>
                      <a:r>
                        <a:rPr lang="en-US" sz="1200">
                          <a:effectLst/>
                        </a:rPr>
                        <a:t>8.7.3-3438</a:t>
                      </a:r>
                    </a:p>
                  </a:txBody>
                  <a:tcPr marL="16801" marR="16801" marT="8401" marB="8401" anchor="ctr">
                    <a:lnL>
                      <a:noFill/>
                    </a:lnL>
                    <a:lnR>
                      <a:noFill/>
                    </a:lnR>
                    <a:lnT>
                      <a:noFill/>
                    </a:lnT>
                    <a:lnB>
                      <a:noFill/>
                    </a:lnB>
                    <a:noFill/>
                  </a:tcPr>
                </a:tc>
                <a:tc>
                  <a:txBody>
                    <a:bodyPr/>
                    <a:lstStyle/>
                    <a:p>
                      <a:pPr marL="0">
                        <a:buNone/>
                      </a:pPr>
                      <a:r>
                        <a:rPr lang="en-US" sz="1200">
                          <a:effectLst/>
                        </a:rPr>
                        <a:t>23.11.19-1</a:t>
                      </a:r>
                    </a:p>
                  </a:txBody>
                  <a:tcPr marL="16801" marR="16801" marT="8401" marB="8401" anchor="ctr">
                    <a:lnL>
                      <a:noFill/>
                    </a:lnL>
                    <a:lnR>
                      <a:noFill/>
                    </a:lnR>
                    <a:lnT>
                      <a:noFill/>
                    </a:lnT>
                    <a:lnB>
                      <a:noFill/>
                    </a:lnB>
                    <a:noFill/>
                  </a:tcPr>
                </a:tc>
                <a:tc>
                  <a:txBody>
                    <a:bodyPr/>
                    <a:lstStyle/>
                    <a:p>
                      <a:pPr marL="0">
                        <a:buNone/>
                      </a:pPr>
                      <a:r>
                        <a:rPr lang="en-US" sz="1200">
                          <a:effectLst/>
                        </a:rPr>
                        <a:t> "project": "slurm",</a:t>
                      </a:r>
                    </a:p>
                    <a:p>
                      <a:pPr marL="0">
                        <a:buNone/>
                      </a:pPr>
                      <a:r>
                        <a:rPr lang="en-US" sz="1200">
                          <a:effectLst/>
                        </a:rPr>
                        <a:t>            "version": "3.0.12"</a:t>
                      </a:r>
                    </a:p>
                    <a:p>
                      <a:pPr marL="0">
                        <a:buNone/>
                      </a:pPr>
                      <a:r>
                        <a:rPr lang="en-US" sz="1200">
                          <a:effectLst/>
                        </a:rPr>
                        <a:t>            "project": "slurm",</a:t>
                      </a:r>
                    </a:p>
                    <a:p>
                      <a:pPr marL="0">
                        <a:buNone/>
                      </a:pPr>
                      <a:r>
                        <a:rPr lang="en-US" sz="1200">
                          <a:effectLst/>
                        </a:rPr>
                        <a:t>            "version": "3.0.12"</a:t>
                      </a:r>
                    </a:p>
                    <a:p>
                      <a:pPr marL="0">
                        <a:buNone/>
                      </a:pPr>
                      <a:r>
                        <a:rPr lang="en-US" sz="1200">
                          <a:effectLst/>
                        </a:rPr>
                        <a:t>            "project": "cc-slurm-container",</a:t>
                      </a:r>
                    </a:p>
                    <a:p>
                      <a:pPr marL="0">
                        <a:buNone/>
                      </a:pPr>
                      <a:r>
                        <a:rPr lang="en-US" sz="1200">
                          <a:effectLst/>
                        </a:rPr>
                        <a:t>            "version": "1.0.0"</a:t>
                      </a:r>
                    </a:p>
                  </a:txBody>
                  <a:tcPr marL="16801" marR="16801" marT="8401" marB="8401" anchor="ctr">
                    <a:lnL>
                      <a:noFill/>
                    </a:lnL>
                    <a:lnR>
                      <a:noFill/>
                    </a:lnR>
                    <a:lnT>
                      <a:noFill/>
                    </a:lnT>
                    <a:lnB>
                      <a:noFill/>
                    </a:lnB>
                    <a:noFill/>
                  </a:tcPr>
                </a:tc>
                <a:tc>
                  <a:txBody>
                    <a:bodyPr/>
                    <a:lstStyle/>
                    <a:p>
                      <a:pPr>
                        <a:buNone/>
                      </a:pPr>
                      <a:r>
                        <a:rPr lang="en-US" sz="1200"/>
                        <a:t>본 학습 노드 6대</a:t>
                      </a:r>
                    </a:p>
                    <a:p>
                      <a:pPr>
                        <a:buNone/>
                      </a:pPr>
                      <a:r>
                        <a:rPr lang="en-US" sz="1200"/>
                        <a:t>별도 gpu 노드 1대</a:t>
                      </a:r>
                    </a:p>
                  </a:txBody>
                  <a:tcPr marL="16801" marR="16801" marT="8401" marB="8401" anchor="ctr">
                    <a:lnL>
                      <a:noFill/>
                    </a:lnL>
                    <a:lnR>
                      <a:noFill/>
                    </a:lnR>
                    <a:lnT>
                      <a:noFill/>
                    </a:lnT>
                    <a:lnB>
                      <a:noFill/>
                    </a:lnB>
                    <a:noFill/>
                  </a:tcPr>
                </a:tc>
                <a:extLst>
                  <a:ext uri="{0D108BD9-81ED-4DB2-BD59-A6C34878D82A}">
                    <a16:rowId xmlns:a16="http://schemas.microsoft.com/office/drawing/2014/main" val="380090620"/>
                  </a:ext>
                </a:extLst>
              </a:tr>
            </a:tbl>
          </a:graphicData>
        </a:graphic>
      </p:graphicFrame>
    </p:spTree>
    <p:extLst>
      <p:ext uri="{BB962C8B-B14F-4D97-AF65-F5344CB8AC3E}">
        <p14:creationId xmlns:p14="http://schemas.microsoft.com/office/powerpoint/2010/main" val="122537115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85586-980F-C65F-756C-7091E5802852}"/>
              </a:ext>
            </a:extLst>
          </p:cNvPr>
          <p:cNvSpPr>
            <a:spLocks noGrp="1"/>
          </p:cNvSpPr>
          <p:nvPr>
            <p:ph type="title"/>
          </p:nvPr>
        </p:nvSpPr>
        <p:spPr/>
        <p:txBody>
          <a:bodyPr/>
          <a:lstStyle/>
          <a:p>
            <a:endParaRPr lang="en-US"/>
          </a:p>
        </p:txBody>
      </p:sp>
      <p:pic>
        <p:nvPicPr>
          <p:cNvPr id="1025" name="image_0">
            <a:extLst>
              <a:ext uri="{FF2B5EF4-FFF2-40B4-BE49-F238E27FC236}">
                <a16:creationId xmlns:a16="http://schemas.microsoft.com/office/drawing/2014/main" id="{8360ED0F-8082-3488-16AF-01329EE9EBDD}"/>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162675" y="5175655"/>
            <a:ext cx="6029325" cy="27908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A9E0E6E-C435-EC07-9E95-0E1DF8C9A8EE}"/>
              </a:ext>
            </a:extLst>
          </p:cNvPr>
          <p:cNvSpPr txBox="1"/>
          <p:nvPr/>
        </p:nvSpPr>
        <p:spPr>
          <a:xfrm>
            <a:off x="497334" y="1392707"/>
            <a:ext cx="10335765" cy="4985980"/>
          </a:xfrm>
          <a:prstGeom prst="rect">
            <a:avLst/>
          </a:prstGeom>
          <a:noFill/>
        </p:spPr>
        <p:txBody>
          <a:bodyPr wrap="square">
            <a:spAutoFit/>
          </a:bodyPr>
          <a:lstStyle/>
          <a:p>
            <a:pPr>
              <a:buNone/>
            </a:pPr>
            <a:r>
              <a:rPr lang="ko-KR" sz="1200" b="1">
                <a:solidFill>
                  <a:srgbClr val="000000"/>
                </a:solidFill>
                <a:effectLst/>
                <a:latin typeface="Aptos" panose="020B0004020202020204" pitchFamily="34" charset="0"/>
                <a:ea typeface="Gulim" panose="020B0600000101010101" pitchFamily="34" charset="-127"/>
                <a:cs typeface="Gulim" panose="020B0600000101010101" pitchFamily="34" charset="-127"/>
              </a:rPr>
              <a:t>중요</a:t>
            </a:r>
            <a:endParaRPr lang="en-US" sz="1200">
              <a:effectLst/>
              <a:latin typeface="Gulim" panose="020B0600000101010101" pitchFamily="34" charset="-127"/>
              <a:ea typeface="Gulim" panose="020B0600000101010101" pitchFamily="34" charset="-127"/>
              <a:cs typeface="Gulim" panose="020B0600000101010101" pitchFamily="34" charset="-127"/>
            </a:endParaRPr>
          </a:p>
          <a:p>
            <a:pPr>
              <a:buNone/>
            </a:pPr>
            <a:r>
              <a:rPr lang="en-US" sz="1200">
                <a:solidFill>
                  <a:srgbClr val="000000"/>
                </a:solidFill>
                <a:effectLst/>
                <a:latin typeface="Aptos" panose="020B0004020202020204" pitchFamily="34" charset="0"/>
                <a:ea typeface="Gulim" panose="020B0600000101010101" pitchFamily="34" charset="-127"/>
                <a:cs typeface="Gulim" panose="020B0600000101010101" pitchFamily="34" charset="-127"/>
              </a:rPr>
              <a:t>Cyclecloud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지원</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시</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노드</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재시작을</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최소화해야</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하는</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것이</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가장</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중요합니다</a:t>
            </a:r>
            <a:r>
              <a:rPr lang="en-US" sz="1200">
                <a:solidFill>
                  <a:srgbClr val="000000"/>
                </a:solidFill>
                <a:effectLst/>
                <a:latin typeface="Aptos" panose="020B0004020202020204" pitchFamily="34" charset="0"/>
                <a:ea typeface="Gulim" panose="020B0600000101010101" pitchFamily="34" charset="-127"/>
                <a:cs typeface="Gulim" panose="020B0600000101010101" pitchFamily="34" charset="-127"/>
              </a:rPr>
              <a:t>. GPU VM capa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부족으로</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재할당이</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안될</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수</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있으며</a:t>
            </a:r>
            <a:r>
              <a:rPr lang="en-US" sz="1200">
                <a:solidFill>
                  <a:srgbClr val="000000"/>
                </a:solidFill>
                <a:effectLst/>
                <a:latin typeface="Aptos" panose="020B0004020202020204" pitchFamily="34" charset="0"/>
                <a:ea typeface="Gulim" panose="020B0600000101010101" pitchFamily="34" charset="-127"/>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만약</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재시작이</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필요한</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경우</a:t>
            </a:r>
            <a:r>
              <a:rPr lang="en-US" sz="1200">
                <a:solidFill>
                  <a:srgbClr val="000000"/>
                </a:solidFill>
                <a:effectLst/>
                <a:latin typeface="Aptos" panose="020B0004020202020204" pitchFamily="34" charset="0"/>
                <a:ea typeface="Gulim" panose="020B0600000101010101" pitchFamily="34" charset="-127"/>
                <a:cs typeface="Gulim" panose="020B0600000101010101" pitchFamily="34" charset="-127"/>
              </a:rPr>
              <a:t> capa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팀과</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일정</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조율</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후</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진행하시길</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바랍니다</a:t>
            </a:r>
            <a:r>
              <a:rPr lang="en-US" sz="1200">
                <a:solidFill>
                  <a:srgbClr val="000000"/>
                </a:solidFill>
                <a:effectLst/>
                <a:latin typeface="Aptos" panose="020B0004020202020204" pitchFamily="34" charset="0"/>
                <a:ea typeface="Gulim" panose="020B0600000101010101" pitchFamily="34" charset="-127"/>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그리고</a:t>
            </a:r>
            <a:r>
              <a:rPr lang="en-US" sz="1200">
                <a:solidFill>
                  <a:srgbClr val="000000"/>
                </a:solidFill>
                <a:effectLst/>
                <a:latin typeface="Aptos" panose="020B0004020202020204" pitchFamily="34" charset="0"/>
                <a:ea typeface="Gulim" panose="020B0600000101010101" pitchFamily="34" charset="-127"/>
                <a:cs typeface="Gulim" panose="020B0600000101010101" pitchFamily="34" charset="-127"/>
              </a:rPr>
              <a:t> KT Cyclecloud GPU VM</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들은</a:t>
            </a:r>
            <a:r>
              <a:rPr lang="en-US" sz="1200">
                <a:solidFill>
                  <a:srgbClr val="000000"/>
                </a:solidFill>
                <a:effectLst/>
                <a:latin typeface="Aptos" panose="020B0004020202020204" pitchFamily="34" charset="0"/>
                <a:ea typeface="Gulim" panose="020B0600000101010101" pitchFamily="34" charset="-127"/>
                <a:cs typeface="Gulim" panose="020B0600000101010101" pitchFamily="34" charset="-127"/>
              </a:rPr>
              <a:t> RI</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가</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적용되어</a:t>
            </a:r>
            <a:r>
              <a:rPr lang="ko-KR" sz="1200">
                <a:solidFill>
                  <a:srgbClr val="000000"/>
                </a:solidFill>
                <a:effectLst/>
                <a:latin typeface="Gulim" panose="020B0600000101010101" pitchFamily="34" charset="-127"/>
                <a:ea typeface="Aptos" panose="020B0004020202020204" pitchFamily="34" charset="0"/>
                <a:cs typeface="Gulim" panose="020B0600000101010101" pitchFamily="34" charset="-127"/>
              </a:rPr>
              <a:t> </a:t>
            </a:r>
            <a:r>
              <a:rPr lang="ko-KR" sz="1200">
                <a:solidFill>
                  <a:srgbClr val="000000"/>
                </a:solidFill>
                <a:effectLst/>
                <a:latin typeface="Aptos" panose="020B0004020202020204" pitchFamily="34" charset="0"/>
                <a:ea typeface="Gulim" panose="020B0600000101010101" pitchFamily="34" charset="-127"/>
                <a:cs typeface="Gulim" panose="020B0600000101010101" pitchFamily="34" charset="-127"/>
              </a:rPr>
              <a:t>있습니다</a:t>
            </a:r>
            <a:r>
              <a:rPr lang="en-US" sz="1200">
                <a:solidFill>
                  <a:srgbClr val="000000"/>
                </a:solidFill>
                <a:effectLst/>
                <a:latin typeface="Aptos" panose="020B0004020202020204" pitchFamily="34" charset="0"/>
                <a:ea typeface="Gulim" panose="020B0600000101010101" pitchFamily="34" charset="-127"/>
                <a:cs typeface="Gulim" panose="020B0600000101010101" pitchFamily="34" charset="-127"/>
              </a:rPr>
              <a:t>.</a:t>
            </a:r>
          </a:p>
          <a:p>
            <a:pPr>
              <a:buNone/>
            </a:pPr>
            <a:endParaRPr lang="en-US" sz="1200">
              <a:solidFill>
                <a:srgbClr val="000000"/>
              </a:solidFill>
              <a:latin typeface="Aptos" panose="020B0004020202020204" pitchFamily="34" charset="0"/>
              <a:ea typeface="Gulim" panose="020B0600000101010101" pitchFamily="34" charset="-127"/>
              <a:cs typeface="Gulim" panose="020B0600000101010101" pitchFamily="34" charset="-127"/>
            </a:endParaRPr>
          </a:p>
          <a:p>
            <a:r>
              <a:rPr lang="en-US" sz="1200" b="1"/>
              <a:t>1. Cyclecloud </a:t>
            </a:r>
            <a:r>
              <a:rPr lang="ko-KR" altLang="en-US" sz="1200" b="1"/>
              <a:t>구축</a:t>
            </a:r>
            <a:endParaRPr lang="en-US" sz="1200"/>
          </a:p>
          <a:p>
            <a:r>
              <a:rPr lang="en-US" sz="1200"/>
              <a:t>KT Cyclecloud for slurm</a:t>
            </a:r>
            <a:r>
              <a:rPr lang="ko-KR" altLang="en-US" sz="1200"/>
              <a:t>은 아래 가이드대로 구성되어 있습니다</a:t>
            </a:r>
            <a:r>
              <a:rPr lang="en-US" sz="1200"/>
              <a:t>.</a:t>
            </a:r>
          </a:p>
          <a:p>
            <a:r>
              <a:rPr lang="en-US" sz="1200" u="sng">
                <a:hlinkClick r:id="rId4"/>
              </a:rPr>
              <a:t>Create, customize, and manage an HPC cluster in Azure with Azure CycleCloud - Training | Microsoft …</a:t>
            </a:r>
            <a:endParaRPr lang="en-US" sz="1200" u="sng"/>
          </a:p>
          <a:p>
            <a:endParaRPr lang="en-US" sz="1200" u="sng"/>
          </a:p>
          <a:p>
            <a:pPr lvl="0" defTabSz="914400" eaLnBrk="0" fontAlgn="base" hangingPunct="0">
              <a:spcBef>
                <a:spcPct val="0"/>
              </a:spcBef>
              <a:spcAft>
                <a:spcPct val="0"/>
              </a:spcAft>
            </a:pPr>
            <a:r>
              <a:rPr lang="en-US" altLang="ko-KR" sz="1200" b="1">
                <a:solidFill>
                  <a:srgbClr val="000000"/>
                </a:solidFill>
                <a:latin typeface="Aptos" panose="020B0004020202020204" pitchFamily="34" charset="0"/>
                <a:cs typeface="Gulim" panose="020B0600000101010101" pitchFamily="34" charset="-127"/>
              </a:rPr>
              <a:t>3. </a:t>
            </a:r>
            <a:r>
              <a:rPr lang="ko-KR" altLang="en-US" sz="1200" b="1">
                <a:solidFill>
                  <a:srgbClr val="000000"/>
                </a:solidFill>
                <a:latin typeface="Aptos" panose="020B0004020202020204" pitchFamily="34" charset="0"/>
                <a:cs typeface="Gulim" panose="020B0600000101010101" pitchFamily="34" charset="-127"/>
              </a:rPr>
              <a:t>구성 현황</a:t>
            </a:r>
            <a:endParaRPr lang="ko-KR" altLang="en-US" sz="600"/>
          </a:p>
          <a:p>
            <a:pPr lvl="0" defTabSz="914400" eaLnBrk="0" fontAlgn="base" hangingPunct="0">
              <a:spcBef>
                <a:spcPct val="0"/>
              </a:spcBef>
              <a:spcAft>
                <a:spcPct val="0"/>
              </a:spcAft>
            </a:pPr>
            <a:r>
              <a:rPr lang="ko-KR" altLang="en-US" sz="1200">
                <a:solidFill>
                  <a:srgbClr val="000000"/>
                </a:solidFill>
                <a:latin typeface="Aptos" panose="020B0004020202020204" pitchFamily="34" charset="0"/>
                <a:cs typeface="Gulim" panose="020B0600000101010101" pitchFamily="34" charset="-127"/>
              </a:rPr>
              <a:t>예전에는 </a:t>
            </a:r>
            <a:r>
              <a:rPr lang="en-US" altLang="ko-KR" sz="1200">
                <a:solidFill>
                  <a:srgbClr val="000000"/>
                </a:solidFill>
                <a:latin typeface="Aptos" panose="020B0004020202020204" pitchFamily="34" charset="0"/>
                <a:cs typeface="Gulim" panose="020B0600000101010101" pitchFamily="34" charset="-127"/>
              </a:rPr>
              <a:t>UAEN, KRC, KRS 3</a:t>
            </a:r>
            <a:r>
              <a:rPr lang="ko-KR" altLang="en-US" sz="1200">
                <a:solidFill>
                  <a:srgbClr val="000000"/>
                </a:solidFill>
                <a:latin typeface="Aptos" panose="020B0004020202020204" pitchFamily="34" charset="0"/>
                <a:cs typeface="Gulim" panose="020B0600000101010101" pitchFamily="34" charset="-127"/>
              </a:rPr>
              <a:t>개의 </a:t>
            </a:r>
            <a:r>
              <a:rPr lang="en-US" altLang="ko-KR" sz="1200">
                <a:solidFill>
                  <a:srgbClr val="000000"/>
                </a:solidFill>
                <a:latin typeface="Aptos" panose="020B0004020202020204" pitchFamily="34" charset="0"/>
                <a:cs typeface="Gulim" panose="020B0600000101010101" pitchFamily="34" charset="-127"/>
              </a:rPr>
              <a:t>Region</a:t>
            </a:r>
            <a:r>
              <a:rPr lang="ko-KR" altLang="en-US" sz="1200">
                <a:solidFill>
                  <a:srgbClr val="000000"/>
                </a:solidFill>
                <a:latin typeface="Aptos" panose="020B0004020202020204" pitchFamily="34" charset="0"/>
                <a:cs typeface="Gulim" panose="020B0600000101010101" pitchFamily="34" charset="-127"/>
              </a:rPr>
              <a:t>에 구성되어있었으나 </a:t>
            </a:r>
            <a:r>
              <a:rPr lang="en-US" altLang="ko-KR" sz="1200">
                <a:solidFill>
                  <a:srgbClr val="000000"/>
                </a:solidFill>
                <a:latin typeface="Aptos" panose="020B0004020202020204" pitchFamily="34" charset="0"/>
                <a:cs typeface="Gulim" panose="020B0600000101010101" pitchFamily="34" charset="-127"/>
              </a:rPr>
              <a:t>6</a:t>
            </a:r>
            <a:r>
              <a:rPr lang="ko-KR" altLang="en-US" sz="1200">
                <a:solidFill>
                  <a:srgbClr val="000000"/>
                </a:solidFill>
                <a:latin typeface="Aptos" panose="020B0004020202020204" pitchFamily="34" charset="0"/>
                <a:cs typeface="Gulim" panose="020B0600000101010101" pitchFamily="34" charset="-127"/>
              </a:rPr>
              <a:t>월에 </a:t>
            </a:r>
            <a:r>
              <a:rPr lang="en-US" altLang="ko-KR" sz="1200">
                <a:solidFill>
                  <a:srgbClr val="000000"/>
                </a:solidFill>
                <a:latin typeface="Aptos" panose="020B0004020202020204" pitchFamily="34" charset="0"/>
                <a:cs typeface="Gulim" panose="020B0600000101010101" pitchFamily="34" charset="-127"/>
              </a:rPr>
              <a:t>Mexico Region</a:t>
            </a:r>
            <a:r>
              <a:rPr lang="ko-KR" altLang="en-US" sz="1200">
                <a:solidFill>
                  <a:srgbClr val="000000"/>
                </a:solidFill>
                <a:latin typeface="Aptos" panose="020B0004020202020204" pitchFamily="34" charset="0"/>
                <a:cs typeface="Gulim" panose="020B0600000101010101" pitchFamily="34" charset="-127"/>
              </a:rPr>
              <a:t>으로 모두 이전했습니다</a:t>
            </a:r>
            <a:r>
              <a:rPr lang="en-US" altLang="ko-KR" sz="1200">
                <a:solidFill>
                  <a:srgbClr val="000000"/>
                </a:solidFill>
                <a:latin typeface="Aptos" panose="020B0004020202020204" pitchFamily="34" charset="0"/>
                <a:cs typeface="Gulim" panose="020B0600000101010101" pitchFamily="34" charset="-127"/>
              </a:rPr>
              <a:t>.</a:t>
            </a:r>
            <a:endParaRPr lang="en-US" altLang="ko-KR" sz="600"/>
          </a:p>
          <a:p>
            <a:pPr lvl="0" defTabSz="914400" eaLnBrk="0" fontAlgn="base" hangingPunct="0">
              <a:spcBef>
                <a:spcPct val="0"/>
              </a:spcBef>
              <a:spcAft>
                <a:spcPct val="0"/>
              </a:spcAft>
            </a:pPr>
            <a:r>
              <a:rPr lang="en-US" altLang="ko-KR" sz="1200">
                <a:solidFill>
                  <a:srgbClr val="000000"/>
                </a:solidFill>
                <a:latin typeface="Aptos" panose="020B0004020202020204" pitchFamily="34" charset="0"/>
                <a:cs typeface="Gulim" panose="020B0600000101010101" pitchFamily="34" charset="-127"/>
              </a:rPr>
              <a:t> Mexico Region </a:t>
            </a:r>
            <a:r>
              <a:rPr lang="ko-KR" altLang="en-US" sz="1200">
                <a:solidFill>
                  <a:srgbClr val="000000"/>
                </a:solidFill>
                <a:latin typeface="Aptos" panose="020B0004020202020204" pitchFamily="34" charset="0"/>
                <a:cs typeface="Gulim" panose="020B0600000101010101" pitchFamily="34" charset="-127"/>
              </a:rPr>
              <a:t>부터는 제가 담당하지 않아 수량</a:t>
            </a:r>
            <a:r>
              <a:rPr lang="en-US" altLang="ko-KR" sz="1200">
                <a:solidFill>
                  <a:srgbClr val="000000"/>
                </a:solidFill>
                <a:latin typeface="Aptos" panose="020B0004020202020204" pitchFamily="34" charset="0"/>
                <a:cs typeface="Gulim" panose="020B0600000101010101" pitchFamily="34" charset="-127"/>
              </a:rPr>
              <a:t>/</a:t>
            </a:r>
            <a:r>
              <a:rPr lang="ko-KR" altLang="en-US" sz="1200">
                <a:solidFill>
                  <a:srgbClr val="000000"/>
                </a:solidFill>
                <a:latin typeface="Aptos" panose="020B0004020202020204" pitchFamily="34" charset="0"/>
                <a:cs typeface="Gulim" panose="020B0600000101010101" pitchFamily="34" charset="-127"/>
              </a:rPr>
              <a:t>버전 등의 정보가 없습니다</a:t>
            </a:r>
            <a:r>
              <a:rPr lang="en-US" altLang="ko-KR" sz="1200">
                <a:solidFill>
                  <a:srgbClr val="000000"/>
                </a:solidFill>
                <a:latin typeface="Aptos" panose="020B0004020202020204" pitchFamily="34" charset="0"/>
                <a:cs typeface="Gulim" panose="020B0600000101010101" pitchFamily="34" charset="-127"/>
              </a:rPr>
              <a:t>.</a:t>
            </a:r>
            <a:endParaRPr lang="en-US" altLang="ko-KR" sz="600"/>
          </a:p>
          <a:p>
            <a:pPr lvl="0" defTabSz="914400" eaLnBrk="0" fontAlgn="base" hangingPunct="0">
              <a:spcBef>
                <a:spcPct val="0"/>
              </a:spcBef>
              <a:spcAft>
                <a:spcPct val="0"/>
              </a:spcAft>
            </a:pPr>
            <a:r>
              <a:rPr lang="ko-KR" altLang="en-US" sz="1200">
                <a:solidFill>
                  <a:srgbClr val="000000"/>
                </a:solidFill>
                <a:latin typeface="Aptos" panose="020B0004020202020204" pitchFamily="34" charset="0"/>
                <a:cs typeface="Gulim" panose="020B0600000101010101" pitchFamily="34" charset="-127"/>
              </a:rPr>
              <a:t>운영 </a:t>
            </a:r>
            <a:r>
              <a:rPr lang="en-US" altLang="ko-KR" sz="1200">
                <a:solidFill>
                  <a:srgbClr val="000000"/>
                </a:solidFill>
                <a:latin typeface="Aptos" panose="020B0004020202020204" pitchFamily="34" charset="0"/>
                <a:cs typeface="Gulim" panose="020B0600000101010101" pitchFamily="34" charset="-127"/>
              </a:rPr>
              <a:t>- slurm </a:t>
            </a:r>
            <a:r>
              <a:rPr lang="ko-KR" altLang="en-US" sz="1200">
                <a:solidFill>
                  <a:srgbClr val="000000"/>
                </a:solidFill>
                <a:latin typeface="Aptos" panose="020B0004020202020204" pitchFamily="34" charset="0"/>
                <a:cs typeface="Gulim" panose="020B0600000101010101" pitchFamily="34" charset="-127"/>
              </a:rPr>
              <a:t>클러스터 </a:t>
            </a:r>
            <a:r>
              <a:rPr lang="en-US" altLang="ko-KR" sz="1200">
                <a:solidFill>
                  <a:srgbClr val="000000"/>
                </a:solidFill>
                <a:latin typeface="Aptos" panose="020B0004020202020204" pitchFamily="34" charset="0"/>
                <a:cs typeface="Gulim" panose="020B0600000101010101" pitchFamily="34" charset="-127"/>
              </a:rPr>
              <a:t>(</a:t>
            </a:r>
            <a:r>
              <a:rPr lang="ko-KR" altLang="en-US" sz="1200">
                <a:solidFill>
                  <a:srgbClr val="000000"/>
                </a:solidFill>
                <a:latin typeface="Aptos" panose="020B0004020202020204" pitchFamily="34" charset="0"/>
                <a:cs typeface="Gulim" panose="020B0600000101010101" pitchFamily="34" charset="-127"/>
              </a:rPr>
              <a:t>노드는 약 </a:t>
            </a:r>
            <a:r>
              <a:rPr lang="en-US" altLang="ko-KR" sz="1200">
                <a:solidFill>
                  <a:srgbClr val="000000"/>
                </a:solidFill>
                <a:latin typeface="Aptos" panose="020B0004020202020204" pitchFamily="34" charset="0"/>
                <a:cs typeface="Gulim" panose="020B0600000101010101" pitchFamily="34" charset="-127"/>
              </a:rPr>
              <a:t>100</a:t>
            </a:r>
            <a:r>
              <a:rPr lang="ko-KR" altLang="en-US" sz="1200">
                <a:solidFill>
                  <a:srgbClr val="000000"/>
                </a:solidFill>
                <a:latin typeface="Aptos" panose="020B0004020202020204" pitchFamily="34" charset="0"/>
                <a:cs typeface="Gulim" panose="020B0600000101010101" pitchFamily="34" charset="-127"/>
              </a:rPr>
              <a:t>개</a:t>
            </a:r>
            <a:r>
              <a:rPr lang="en-US" altLang="ko-KR" sz="1200">
                <a:solidFill>
                  <a:srgbClr val="000000"/>
                </a:solidFill>
                <a:latin typeface="Aptos" panose="020B0004020202020204" pitchFamily="34" charset="0"/>
                <a:cs typeface="Gulim" panose="020B0600000101010101" pitchFamily="34" charset="-127"/>
              </a:rPr>
              <a:t>)</a:t>
            </a:r>
            <a:endParaRPr lang="en-US" altLang="ko-KR" sz="600"/>
          </a:p>
          <a:p>
            <a:pPr lvl="0" defTabSz="914400" eaLnBrk="0" fontAlgn="base" hangingPunct="0">
              <a:spcBef>
                <a:spcPct val="0"/>
              </a:spcBef>
              <a:spcAft>
                <a:spcPct val="0"/>
              </a:spcAft>
            </a:pPr>
            <a:r>
              <a:rPr lang="ko-KR" altLang="en-US" sz="1200">
                <a:solidFill>
                  <a:srgbClr val="000000"/>
                </a:solidFill>
                <a:latin typeface="Aptos" panose="020B0004020202020204" pitchFamily="34" charset="0"/>
                <a:cs typeface="Gulim" panose="020B0600000101010101" pitchFamily="34" charset="-127"/>
              </a:rPr>
              <a:t>개발</a:t>
            </a:r>
            <a:r>
              <a:rPr lang="en-US" altLang="ko-KR" sz="1200">
                <a:solidFill>
                  <a:srgbClr val="000000"/>
                </a:solidFill>
                <a:latin typeface="Aptos" panose="020B0004020202020204" pitchFamily="34" charset="0"/>
                <a:cs typeface="Gulim" panose="020B0600000101010101" pitchFamily="34" charset="-127"/>
              </a:rPr>
              <a:t>-  single VM </a:t>
            </a:r>
            <a:r>
              <a:rPr lang="ko-KR" altLang="en-US" sz="1200">
                <a:solidFill>
                  <a:srgbClr val="000000"/>
                </a:solidFill>
                <a:latin typeface="Aptos" panose="020B0004020202020204" pitchFamily="34" charset="0"/>
                <a:cs typeface="Gulim" panose="020B0600000101010101" pitchFamily="34" charset="-127"/>
              </a:rPr>
              <a:t>으로 각각 </a:t>
            </a:r>
            <a:r>
              <a:rPr lang="en-US" altLang="ko-KR" sz="1200">
                <a:solidFill>
                  <a:srgbClr val="000000"/>
                </a:solidFill>
                <a:latin typeface="Aptos" panose="020B0004020202020204" pitchFamily="34" charset="0"/>
                <a:cs typeface="Gulim" panose="020B0600000101010101" pitchFamily="34" charset="-127"/>
              </a:rPr>
              <a:t>4</a:t>
            </a:r>
            <a:r>
              <a:rPr lang="ko-KR" altLang="en-US" sz="1200">
                <a:solidFill>
                  <a:srgbClr val="000000"/>
                </a:solidFill>
                <a:latin typeface="Aptos" panose="020B0004020202020204" pitchFamily="34" charset="0"/>
                <a:cs typeface="Gulim" panose="020B0600000101010101" pitchFamily="34" charset="-127"/>
              </a:rPr>
              <a:t>개</a:t>
            </a:r>
            <a:endParaRPr lang="en-US" altLang="ko-KR" sz="1200">
              <a:solidFill>
                <a:srgbClr val="000000"/>
              </a:solidFill>
              <a:latin typeface="Aptos" panose="020B0004020202020204" pitchFamily="34" charset="0"/>
              <a:cs typeface="Gulim" panose="020B0600000101010101" pitchFamily="34" charset="-127"/>
            </a:endParaRPr>
          </a:p>
          <a:p>
            <a:pPr lvl="0" defTabSz="914400" eaLnBrk="0" fontAlgn="base" hangingPunct="0">
              <a:spcBef>
                <a:spcPct val="0"/>
              </a:spcBef>
              <a:spcAft>
                <a:spcPct val="0"/>
              </a:spcAft>
            </a:pPr>
            <a:endParaRPr lang="en-US" altLang="ko-KR" sz="1200">
              <a:solidFill>
                <a:srgbClr val="000000"/>
              </a:solidFill>
              <a:latin typeface="Aptos" panose="020B0004020202020204" pitchFamily="34" charset="0"/>
            </a:endParaRPr>
          </a:p>
          <a:p>
            <a:pPr lvl="0" defTabSz="914400" eaLnBrk="0" fontAlgn="base" hangingPunct="0">
              <a:spcBef>
                <a:spcPct val="0"/>
              </a:spcBef>
              <a:spcAft>
                <a:spcPct val="0"/>
              </a:spcAft>
            </a:pPr>
            <a:r>
              <a:rPr lang="en-US" altLang="ko-KR" sz="1200" b="1">
                <a:solidFill>
                  <a:srgbClr val="000000"/>
                </a:solidFill>
                <a:latin typeface="Aptos" panose="020B0004020202020204" pitchFamily="34" charset="0"/>
                <a:cs typeface="Gulim" panose="020B0600000101010101" pitchFamily="34" charset="-127"/>
              </a:rPr>
              <a:t>4. </a:t>
            </a:r>
            <a:r>
              <a:rPr lang="ko-KR" altLang="en-US" sz="1200" b="1">
                <a:solidFill>
                  <a:srgbClr val="000000"/>
                </a:solidFill>
                <a:latin typeface="Aptos" panose="020B0004020202020204" pitchFamily="34" charset="0"/>
                <a:cs typeface="Gulim" panose="020B0600000101010101" pitchFamily="34" charset="-127"/>
              </a:rPr>
              <a:t>버전</a:t>
            </a:r>
            <a:endParaRPr lang="ko-KR" altLang="en-US" sz="1200"/>
          </a:p>
          <a:p>
            <a:pPr lvl="0" defTabSz="914400" eaLnBrk="0" fontAlgn="base" hangingPunct="0">
              <a:spcBef>
                <a:spcPct val="0"/>
              </a:spcBef>
              <a:spcAft>
                <a:spcPct val="0"/>
              </a:spcAft>
            </a:pPr>
            <a:r>
              <a:rPr lang="en-US" altLang="ko-KR" sz="1200">
                <a:solidFill>
                  <a:srgbClr val="000000"/>
                </a:solidFill>
                <a:latin typeface="Aptos" panose="020B0004020202020204" pitchFamily="34" charset="0"/>
                <a:cs typeface="Gulim" panose="020B0600000101010101" pitchFamily="34" charset="-127"/>
              </a:rPr>
              <a:t>Cyclecloud </a:t>
            </a:r>
            <a:r>
              <a:rPr lang="ko-KR" altLang="en-US" sz="1200">
                <a:solidFill>
                  <a:srgbClr val="000000"/>
                </a:solidFill>
                <a:latin typeface="Aptos" panose="020B0004020202020204" pitchFamily="34" charset="0"/>
                <a:cs typeface="Gulim" panose="020B0600000101010101" pitchFamily="34" charset="-127"/>
              </a:rPr>
              <a:t>지원 시 버전 정보가 필요할 때가 있습니다</a:t>
            </a:r>
            <a:r>
              <a:rPr lang="en-US" altLang="ko-KR" sz="1200">
                <a:solidFill>
                  <a:srgbClr val="000000"/>
                </a:solidFill>
                <a:latin typeface="Aptos" panose="020B0004020202020204" pitchFamily="34" charset="0"/>
                <a:cs typeface="Gulim" panose="020B0600000101010101" pitchFamily="34" charset="-127"/>
              </a:rPr>
              <a:t>.</a:t>
            </a:r>
            <a:endParaRPr lang="en-US" altLang="ko-KR" sz="1200"/>
          </a:p>
          <a:p>
            <a:pPr lvl="0" defTabSz="914400" eaLnBrk="0" fontAlgn="base" hangingPunct="0">
              <a:spcBef>
                <a:spcPct val="0"/>
              </a:spcBef>
              <a:spcAft>
                <a:spcPct val="0"/>
              </a:spcAft>
            </a:pPr>
            <a:r>
              <a:rPr lang="en-US" altLang="ko-KR" sz="1200">
                <a:solidFill>
                  <a:srgbClr val="000000"/>
                </a:solidFill>
                <a:latin typeface="Aptos" panose="020B0004020202020204" pitchFamily="34" charset="0"/>
                <a:cs typeface="Gulim" panose="020B0600000101010101" pitchFamily="34" charset="-127"/>
              </a:rPr>
              <a:t>Cyclecloud </a:t>
            </a:r>
            <a:r>
              <a:rPr lang="ko-KR" altLang="en-US" sz="1200">
                <a:solidFill>
                  <a:srgbClr val="000000"/>
                </a:solidFill>
                <a:latin typeface="Aptos" panose="020B0004020202020204" pitchFamily="34" charset="0"/>
                <a:cs typeface="Gulim" panose="020B0600000101010101" pitchFamily="34" charset="-127"/>
              </a:rPr>
              <a:t>버전 </a:t>
            </a:r>
            <a:r>
              <a:rPr lang="en-US" altLang="ko-KR" sz="1200">
                <a:solidFill>
                  <a:srgbClr val="000000"/>
                </a:solidFill>
                <a:latin typeface="Aptos" panose="020B0004020202020204" pitchFamily="34" charset="0"/>
                <a:cs typeface="Gulim" panose="020B0600000101010101" pitchFamily="34" charset="-127"/>
              </a:rPr>
              <a:t>/ Slurm Version / jetpack slurm </a:t>
            </a:r>
            <a:r>
              <a:rPr lang="ko-KR" altLang="en-US" sz="1200">
                <a:solidFill>
                  <a:srgbClr val="000000"/>
                </a:solidFill>
                <a:latin typeface="Aptos" panose="020B0004020202020204" pitchFamily="34" charset="0"/>
                <a:cs typeface="Gulim" panose="020B0600000101010101" pitchFamily="34" charset="-127"/>
              </a:rPr>
              <a:t>모두 필요하며</a:t>
            </a:r>
            <a:r>
              <a:rPr lang="en-US" altLang="ko-KR" sz="1200">
                <a:solidFill>
                  <a:srgbClr val="000000"/>
                </a:solidFill>
                <a:latin typeface="Aptos" panose="020B0004020202020204" pitchFamily="34" charset="0"/>
                <a:cs typeface="Gulim" panose="020B0600000101010101" pitchFamily="34" charset="-127"/>
              </a:rPr>
              <a:t>, </a:t>
            </a:r>
            <a:r>
              <a:rPr lang="ko-KR" altLang="en-US" sz="1200">
                <a:solidFill>
                  <a:srgbClr val="000000"/>
                </a:solidFill>
                <a:latin typeface="Aptos" panose="020B0004020202020204" pitchFamily="34" charset="0"/>
                <a:cs typeface="Gulim" panose="020B0600000101010101" pitchFamily="34" charset="-127"/>
              </a:rPr>
              <a:t>버전 확인 방법은 아래를 참고하세요</a:t>
            </a:r>
            <a:r>
              <a:rPr lang="en-US" altLang="ko-KR" sz="1200">
                <a:solidFill>
                  <a:srgbClr val="000000"/>
                </a:solidFill>
                <a:latin typeface="Aptos" panose="020B0004020202020204" pitchFamily="34" charset="0"/>
                <a:cs typeface="Gulim" panose="020B0600000101010101" pitchFamily="34" charset="-127"/>
              </a:rPr>
              <a:t>.</a:t>
            </a:r>
            <a:endParaRPr lang="en-US" altLang="ko-KR" sz="1200"/>
          </a:p>
          <a:p>
            <a:pPr lvl="0" defTabSz="914400" eaLnBrk="0" fontAlgn="base" hangingPunct="0">
              <a:spcBef>
                <a:spcPct val="0"/>
              </a:spcBef>
              <a:spcAft>
                <a:spcPct val="0"/>
              </a:spcAft>
            </a:pPr>
            <a:r>
              <a:rPr lang="en-US" altLang="ko-KR" sz="1200">
                <a:solidFill>
                  <a:srgbClr val="000000"/>
                </a:solidFill>
                <a:latin typeface="Aptos" panose="020B0004020202020204" pitchFamily="34" charset="0"/>
                <a:cs typeface="Gulim" panose="020B0600000101010101" pitchFamily="34" charset="-127"/>
                <a:hlinkClick r:id="rId5"/>
              </a:rPr>
              <a:t>learning/cyclecloud/check-version.md at main · jungkyupark1/learning</a:t>
            </a:r>
            <a:endParaRPr lang="en-US" altLang="ko-KR" sz="1200">
              <a:solidFill>
                <a:srgbClr val="000000"/>
              </a:solidFill>
              <a:latin typeface="Aptos" panose="020B0004020202020204" pitchFamily="34" charset="0"/>
              <a:cs typeface="Gulim" panose="020B0600000101010101" pitchFamily="34" charset="-127"/>
            </a:endParaRPr>
          </a:p>
          <a:p>
            <a:pPr lvl="0" defTabSz="914400" eaLnBrk="0" fontAlgn="base" hangingPunct="0">
              <a:spcBef>
                <a:spcPct val="0"/>
              </a:spcBef>
              <a:spcAft>
                <a:spcPct val="0"/>
              </a:spcAft>
            </a:pPr>
            <a:endParaRPr lang="en-US" altLang="ko-KR" sz="1200"/>
          </a:p>
          <a:p>
            <a:pPr lvl="0" defTabSz="914400" eaLnBrk="0" fontAlgn="base" hangingPunct="0">
              <a:spcBef>
                <a:spcPct val="0"/>
              </a:spcBef>
              <a:spcAft>
                <a:spcPct val="0"/>
              </a:spcAft>
            </a:pPr>
            <a:r>
              <a:rPr lang="en-US" altLang="ko-KR" sz="1200" b="1">
                <a:solidFill>
                  <a:srgbClr val="000000"/>
                </a:solidFill>
                <a:latin typeface="Aptos" panose="020B0004020202020204" pitchFamily="34" charset="0"/>
                <a:cs typeface="Gulim" panose="020B0600000101010101" pitchFamily="34" charset="-127"/>
              </a:rPr>
              <a:t>5. cyclecloud cli</a:t>
            </a:r>
            <a:endParaRPr lang="en-US" altLang="ko-KR" sz="1200"/>
          </a:p>
          <a:p>
            <a:pPr lvl="0" defTabSz="914400" eaLnBrk="0" fontAlgn="base" hangingPunct="0">
              <a:spcBef>
                <a:spcPct val="0"/>
              </a:spcBef>
              <a:spcAft>
                <a:spcPct val="0"/>
              </a:spcAft>
            </a:pPr>
            <a:r>
              <a:rPr lang="en-US" altLang="ko-KR" sz="1200">
                <a:solidFill>
                  <a:srgbClr val="000000"/>
                </a:solidFill>
                <a:latin typeface="Aptos" panose="020B0004020202020204" pitchFamily="34" charset="0"/>
                <a:cs typeface="Gulim" panose="020B0600000101010101" pitchFamily="34" charset="-127"/>
              </a:rPr>
              <a:t>cyclecloud cli</a:t>
            </a:r>
            <a:r>
              <a:rPr lang="ko-KR" altLang="en-US" sz="1200">
                <a:solidFill>
                  <a:srgbClr val="000000"/>
                </a:solidFill>
                <a:latin typeface="Aptos" panose="020B0004020202020204" pitchFamily="34" charset="0"/>
                <a:cs typeface="Gulim" panose="020B0600000101010101" pitchFamily="34" charset="-127"/>
              </a:rPr>
              <a:t>를 통해 여러 가지 작업을 수행할 수 있습니다</a:t>
            </a:r>
            <a:r>
              <a:rPr lang="en-US" altLang="ko-KR" sz="1200">
                <a:solidFill>
                  <a:srgbClr val="000000"/>
                </a:solidFill>
                <a:latin typeface="Aptos" panose="020B0004020202020204" pitchFamily="34" charset="0"/>
                <a:cs typeface="Gulim" panose="020B0600000101010101" pitchFamily="34" charset="-127"/>
              </a:rPr>
              <a:t>.</a:t>
            </a:r>
            <a:endParaRPr lang="en-US" altLang="ko-KR" sz="1200"/>
          </a:p>
          <a:p>
            <a:pPr lvl="0" defTabSz="914400" eaLnBrk="0" fontAlgn="base" hangingPunct="0">
              <a:spcBef>
                <a:spcPct val="0"/>
              </a:spcBef>
              <a:spcAft>
                <a:spcPct val="0"/>
              </a:spcAft>
            </a:pPr>
            <a:r>
              <a:rPr lang="en-US" altLang="ko-KR" sz="1200">
                <a:solidFill>
                  <a:srgbClr val="000000"/>
                </a:solidFill>
                <a:latin typeface="Aptos" panose="020B0004020202020204" pitchFamily="34" charset="0"/>
                <a:cs typeface="Gulim" panose="020B0600000101010101" pitchFamily="34" charset="-127"/>
              </a:rPr>
              <a:t>Cyclecloud Server (master server)</a:t>
            </a:r>
            <a:r>
              <a:rPr lang="ko-KR" altLang="en-US" sz="1200">
                <a:solidFill>
                  <a:srgbClr val="000000"/>
                </a:solidFill>
                <a:latin typeface="Aptos" panose="020B0004020202020204" pitchFamily="34" charset="0"/>
                <a:cs typeface="Gulim" panose="020B0600000101010101" pitchFamily="34" charset="-127"/>
              </a:rPr>
              <a:t>에 설치되어 있습니다</a:t>
            </a:r>
            <a:r>
              <a:rPr lang="en-US" altLang="ko-KR" sz="1200">
                <a:solidFill>
                  <a:srgbClr val="000000"/>
                </a:solidFill>
                <a:latin typeface="Aptos" panose="020B0004020202020204" pitchFamily="34" charset="0"/>
                <a:cs typeface="Gulim" panose="020B0600000101010101" pitchFamily="34" charset="-127"/>
              </a:rPr>
              <a:t>.</a:t>
            </a:r>
            <a:endParaRPr lang="en-US" altLang="ko-KR" sz="1200"/>
          </a:p>
          <a:p>
            <a:pPr lvl="0" defTabSz="914400" eaLnBrk="0" fontAlgn="base" hangingPunct="0">
              <a:spcBef>
                <a:spcPct val="0"/>
              </a:spcBef>
              <a:spcAft>
                <a:spcPct val="0"/>
              </a:spcAft>
            </a:pPr>
            <a:r>
              <a:rPr lang="en-US" altLang="ko-KR" sz="1200">
                <a:solidFill>
                  <a:srgbClr val="000000"/>
                </a:solidFill>
                <a:latin typeface="Aptos" panose="020B0004020202020204" pitchFamily="34" charset="0"/>
                <a:cs typeface="Gulim" panose="020B0600000101010101" pitchFamily="34" charset="-127"/>
              </a:rPr>
              <a:t>Cyclecloud GUI</a:t>
            </a:r>
            <a:r>
              <a:rPr lang="ko-KR" altLang="en-US" sz="1200">
                <a:solidFill>
                  <a:srgbClr val="000000"/>
                </a:solidFill>
                <a:latin typeface="Aptos" panose="020B0004020202020204" pitchFamily="34" charset="0"/>
                <a:cs typeface="Gulim" panose="020B0600000101010101" pitchFamily="34" charset="-127"/>
              </a:rPr>
              <a:t>도 이 서버 </a:t>
            </a:r>
            <a:r>
              <a:rPr lang="en-US" altLang="ko-KR" sz="1200">
                <a:solidFill>
                  <a:srgbClr val="000000"/>
                </a:solidFill>
                <a:latin typeface="Aptos" panose="020B0004020202020204" pitchFamily="34" charset="0"/>
                <a:cs typeface="Gulim" panose="020B0600000101010101" pitchFamily="34" charset="-127"/>
              </a:rPr>
              <a:t>IP</a:t>
            </a:r>
            <a:r>
              <a:rPr lang="ko-KR" altLang="en-US" sz="1200">
                <a:solidFill>
                  <a:srgbClr val="000000"/>
                </a:solidFill>
                <a:latin typeface="Aptos" panose="020B0004020202020204" pitchFamily="34" charset="0"/>
                <a:cs typeface="Gulim" panose="020B0600000101010101" pitchFamily="34" charset="-127"/>
              </a:rPr>
              <a:t>로 접속합니다</a:t>
            </a:r>
            <a:r>
              <a:rPr lang="en-US" altLang="ko-KR" sz="1200">
                <a:solidFill>
                  <a:srgbClr val="000000"/>
                </a:solidFill>
                <a:latin typeface="Aptos" panose="020B0004020202020204" pitchFamily="34" charset="0"/>
                <a:cs typeface="Gulim" panose="020B0600000101010101" pitchFamily="34" charset="-127"/>
              </a:rPr>
              <a:t>.</a:t>
            </a:r>
            <a:endParaRPr lang="en-US" altLang="ko-KR" sz="1200"/>
          </a:p>
          <a:p>
            <a:pPr lvl="0" defTabSz="914400" eaLnBrk="0" fontAlgn="base" hangingPunct="0">
              <a:spcBef>
                <a:spcPct val="0"/>
              </a:spcBef>
              <a:spcAft>
                <a:spcPct val="0"/>
              </a:spcAft>
            </a:pPr>
            <a:r>
              <a:rPr lang="en-US" altLang="ko-KR" sz="1200">
                <a:solidFill>
                  <a:srgbClr val="000000"/>
                </a:solidFill>
                <a:latin typeface="Aptos" panose="020B0004020202020204" pitchFamily="34" charset="0"/>
                <a:cs typeface="Gulim" panose="020B0600000101010101" pitchFamily="34" charset="-127"/>
                <a:hlinkClick r:id="rId6"/>
              </a:rPr>
              <a:t>Azure CycleCloud CLI Reference - Azure CycleCloud | Microsoft Learn</a:t>
            </a:r>
            <a:endParaRPr lang="en-US" altLang="ko-KR" sz="1200"/>
          </a:p>
          <a:p>
            <a:pPr lvl="0" defTabSz="914400" eaLnBrk="0" fontAlgn="base" hangingPunct="0">
              <a:spcBef>
                <a:spcPct val="0"/>
              </a:spcBef>
              <a:spcAft>
                <a:spcPct val="0"/>
              </a:spcAft>
            </a:pPr>
            <a:endParaRPr lang="ko-KR" altLang="en-US" sz="600"/>
          </a:p>
          <a:p>
            <a:endParaRPr lang="en-US" sz="1200"/>
          </a:p>
          <a:p>
            <a:pPr>
              <a:buNone/>
            </a:pPr>
            <a:endParaRPr lang="en-US" sz="1200">
              <a:effectLst/>
              <a:latin typeface="Gulim" panose="020B0600000101010101" pitchFamily="34" charset="-127"/>
              <a:ea typeface="Gulim" panose="020B0600000101010101" pitchFamily="34" charset="-127"/>
              <a:cs typeface="Gulim" panose="020B0600000101010101" pitchFamily="34" charset="-127"/>
            </a:endParaRPr>
          </a:p>
        </p:txBody>
      </p:sp>
    </p:spTree>
    <p:extLst>
      <p:ext uri="{BB962C8B-B14F-4D97-AF65-F5344CB8AC3E}">
        <p14:creationId xmlns:p14="http://schemas.microsoft.com/office/powerpoint/2010/main" val="347343187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DAC1D-506C-E381-8A82-D91D907B8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79FD9-85F6-242E-37DE-7897386C8DF0}"/>
              </a:ext>
            </a:extLst>
          </p:cNvPr>
          <p:cNvSpPr>
            <a:spLocks noGrp="1"/>
          </p:cNvSpPr>
          <p:nvPr>
            <p:ph type="title"/>
          </p:nvPr>
        </p:nvSpPr>
        <p:spPr/>
        <p:txBody>
          <a:bodyPr/>
          <a:lstStyle/>
          <a:p>
            <a:endParaRPr lang="en-US"/>
          </a:p>
        </p:txBody>
      </p:sp>
      <p:sp>
        <p:nvSpPr>
          <p:cNvPr id="6" name="Rectangle 3">
            <a:extLst>
              <a:ext uri="{FF2B5EF4-FFF2-40B4-BE49-F238E27FC236}">
                <a16:creationId xmlns:a16="http://schemas.microsoft.com/office/drawing/2014/main" id="{3DF6FF12-2158-6CBE-DCFF-5AA30E3CE3F8}"/>
              </a:ext>
            </a:extLst>
          </p:cNvPr>
          <p:cNvSpPr>
            <a:spLocks noChangeArrowheads="1"/>
          </p:cNvSpPr>
          <p:nvPr/>
        </p:nvSpPr>
        <p:spPr bwMode="auto">
          <a:xfrm>
            <a:off x="474628" y="1248300"/>
            <a:ext cx="536011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1" i="0" u="none" strike="noStrike" cap="none" normalizeH="0" baseline="0">
                <a:ln>
                  <a:noFill/>
                </a:ln>
                <a:solidFill>
                  <a:srgbClr val="000000"/>
                </a:solidFill>
                <a:effectLst/>
                <a:latin typeface="Aptos" panose="020B0004020202020204" pitchFamily="34" charset="0"/>
                <a:cs typeface="Gulim" panose="020B0600000101010101" pitchFamily="34" charset="-127"/>
              </a:rPr>
              <a:t>5. cyclecloud cli</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cyclecloud cli</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를 통해 여러 가지 작업을 수행할 수 있습니다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Cyclecloud Server (master server)</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에 설치되어 있습니다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Cyclecloud GUI</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도 이 서버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IP</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로 접속합니다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hlinkClick r:id="rId2"/>
              </a:rPr>
              <a:t>Azure CycleCloud CLI Reference - Azure CycleCloud | Microsoft Learn</a:t>
            </a:r>
            <a:endPar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1" i="0" u="none" strike="noStrike" cap="none" normalizeH="0" baseline="0">
                <a:ln>
                  <a:noFill/>
                </a:ln>
                <a:solidFill>
                  <a:srgbClr val="000000"/>
                </a:solidFill>
                <a:effectLst/>
                <a:latin typeface="Aptos" panose="020B0004020202020204" pitchFamily="34" charset="0"/>
                <a:cs typeface="Gulim" panose="020B0600000101010101" pitchFamily="34" charset="-127"/>
              </a:rPr>
              <a:t>6. VM </a:t>
            </a:r>
            <a:r>
              <a:rPr kumimoji="0" lang="ko-KR" altLang="en-US" sz="1200" b="1" i="0" u="none" strike="noStrike" cap="none" normalizeH="0" baseline="0">
                <a:ln>
                  <a:noFill/>
                </a:ln>
                <a:solidFill>
                  <a:srgbClr val="000000"/>
                </a:solidFill>
                <a:effectLst/>
                <a:latin typeface="Aptos" panose="020B0004020202020204" pitchFamily="34" charset="0"/>
                <a:cs typeface="Gulim" panose="020B0600000101010101" pitchFamily="34" charset="-127"/>
              </a:rPr>
              <a:t>부팅 시 수행 스크립트</a:t>
            </a:r>
            <a:endParaRPr kumimoji="0" lang="ko-KR"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cyclecloud</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에서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Job</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이 동작하는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node</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는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VMSS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기반으로 되어 있습니다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cloud-init</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은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VMSS cloud-init</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이며 수정 시 모든 노드 재시작이 필요합니다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(cyclecloud cli</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로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cloud-init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변경분을 반영하는 기능이 있으나 오작동합니다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- 26</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년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3</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월 기준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PG</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에서도 불가</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대신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cluster-init</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을 사용합니다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구성도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5</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번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blob-storage(locker)</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에 스크립트가 저장되어 있습니다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저희는 접근할 수 없어 상세 내용은 모르고</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4~5</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개의 스크립트가 있습니다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(scale-in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방지</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nvidia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버전 업</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마운트 등</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hlinkClick r:id="rId3"/>
              </a:rPr>
              <a:t>learning/cyclecloud/cluster-init.md at main · jungkyupark1/learning</a:t>
            </a:r>
            <a:endPar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1" i="0" u="none" strike="noStrike" cap="none" normalizeH="0" baseline="0">
                <a:ln>
                  <a:noFill/>
                </a:ln>
                <a:solidFill>
                  <a:srgbClr val="000000"/>
                </a:solidFill>
                <a:effectLst/>
                <a:latin typeface="Aptos" panose="020B0004020202020204" pitchFamily="34" charset="0"/>
                <a:cs typeface="Gulim" panose="020B0600000101010101" pitchFamily="34" charset="-127"/>
              </a:rPr>
              <a:t>7. job accounting</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slurm job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기록을 보관하여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sacct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명령어 수행이 가능합니다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DB</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는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Azure Database for MySQL - Flexible Server</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로 연결되어 있습니다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hlinkClick r:id="rId4"/>
              </a:rPr>
              <a:t>learning/cyclecloud/slurm_job_accounting.md at main · jungkyupark1/learning</a:t>
            </a:r>
            <a:endPar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1" i="0" u="none" strike="noStrike" cap="none" normalizeH="0" baseline="0">
                <a:ln>
                  <a:noFill/>
                </a:ln>
                <a:solidFill>
                  <a:srgbClr val="000000"/>
                </a:solidFill>
                <a:effectLst/>
                <a:latin typeface="Aptos" panose="020B0004020202020204" pitchFamily="34" charset="0"/>
                <a:cs typeface="Gulim" panose="020B0600000101010101" pitchFamily="34" charset="-127"/>
              </a:rPr>
              <a:t>8. </a:t>
            </a:r>
            <a:r>
              <a:rPr kumimoji="0" lang="ko-KR" altLang="en-US" sz="1200" b="1" i="0" u="none" strike="noStrike" cap="none" normalizeH="0" baseline="0">
                <a:ln>
                  <a:noFill/>
                </a:ln>
                <a:solidFill>
                  <a:srgbClr val="000000"/>
                </a:solidFill>
                <a:effectLst/>
                <a:latin typeface="Aptos" panose="020B0004020202020204" pitchFamily="34" charset="0"/>
                <a:cs typeface="Gulim" panose="020B0600000101010101" pitchFamily="34" charset="-127"/>
              </a:rPr>
              <a:t>사용자 관리</a:t>
            </a:r>
            <a:endParaRPr kumimoji="0" lang="ko-KR"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cyclecloud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사용자 관리는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built-in, Active Directory, LDAP, Entra ID</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를 지원하며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built-in</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으로 사용 중입니다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hlinkClick r:id="rId5"/>
              </a:rPr>
              <a:t>learning/cyclecloud/user-management.md at main · jungkyupark1/learning</a:t>
            </a:r>
            <a:endPar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ko-KR"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6E6E598D-78FA-4886-F51A-24C9262E3F69}"/>
              </a:ext>
            </a:extLst>
          </p:cNvPr>
          <p:cNvSpPr txBox="1"/>
          <p:nvPr/>
        </p:nvSpPr>
        <p:spPr>
          <a:xfrm>
            <a:off x="6357260" y="1320870"/>
            <a:ext cx="5249524" cy="424731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1" i="0" u="none" strike="noStrike" cap="none" normalizeH="0" baseline="0">
                <a:ln>
                  <a:noFill/>
                </a:ln>
                <a:solidFill>
                  <a:srgbClr val="000000"/>
                </a:solidFill>
                <a:effectLst/>
                <a:latin typeface="Aptos" panose="020B0004020202020204" pitchFamily="34" charset="0"/>
                <a:cs typeface="Gulim" panose="020B0600000101010101" pitchFamily="34" charset="-127"/>
              </a:rPr>
              <a:t>9. Node Scaling</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Cyclecloud</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는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Job</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이 있을 때 자원을 생성하고 회수하는 것이 기본이나</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RI</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가 적용된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GPU VM</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은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Scale in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될 필요가 없기에 이를 방지하는 설정을 적용해야 합니다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이미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cluster-init</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에 스크립트로 적용은 되어 있으나</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의도치 않은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Scale in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이벤트가 발생한 경우 아래 링크를 참고하십시오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hlinkClick r:id="rId6"/>
              </a:rPr>
              <a:t>learning/cyclecloud/node_scaling.md at main · jungkyupark1/learning</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노드 할당 및 회수는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azslurm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명령어를 사용하시면 됩니다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위 링크의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3</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번 참고하십시오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1" i="0" u="none" strike="noStrike" cap="none" normalizeH="0" baseline="0">
                <a:ln>
                  <a:noFill/>
                </a:ln>
                <a:solidFill>
                  <a:srgbClr val="000000"/>
                </a:solidFill>
                <a:effectLst/>
                <a:latin typeface="Aptos" panose="020B0004020202020204" pitchFamily="34" charset="0"/>
                <a:cs typeface="Gulim" panose="020B0600000101010101" pitchFamily="34" charset="-127"/>
              </a:rPr>
              <a:t>10. Disk</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제가 아는 버전은 아래내용이고 변경되었을 수 있습니다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노드 별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OS disk - 1TB</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Mount </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 Blob Storage NFS - 2</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개</a:t>
            </a:r>
            <a:endParaRPr kumimoji="0" lang="ko-KR"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Lustre 512TB</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1" i="0" u="none" strike="noStrike" cap="none" normalizeH="0" baseline="0">
                <a:ln>
                  <a:noFill/>
                </a:ln>
                <a:solidFill>
                  <a:srgbClr val="000000"/>
                </a:solidFill>
                <a:effectLst/>
                <a:latin typeface="Aptos" panose="020B0004020202020204" pitchFamily="34" charset="0"/>
                <a:cs typeface="Gulim" panose="020B0600000101010101" pitchFamily="34" charset="-127"/>
              </a:rPr>
              <a:t>11. GPU </a:t>
            </a:r>
            <a:r>
              <a:rPr kumimoji="0" lang="ko-KR" altLang="en-US" sz="1200" b="1" i="0" u="none" strike="noStrike" cap="none" normalizeH="0" baseline="0">
                <a:ln>
                  <a:noFill/>
                </a:ln>
                <a:solidFill>
                  <a:srgbClr val="000000"/>
                </a:solidFill>
                <a:effectLst/>
                <a:latin typeface="Aptos" panose="020B0004020202020204" pitchFamily="34" charset="0"/>
                <a:cs typeface="Gulim" panose="020B0600000101010101" pitchFamily="34" charset="-127"/>
              </a:rPr>
              <a:t>모니터링</a:t>
            </a:r>
            <a:endParaRPr kumimoji="0" lang="ko-KR"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Managed Prometheus + Managed Grafana</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로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GPU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모니터링이 가능합니다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안내는 드렸는데 적용은 안 하신 것 같습니다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Mexico Region</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에선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Managed Grafana</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를 지원하지 않아 직접 설치하거나</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가까운 </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Region</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을 사용하여야 합니다</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 (</a:t>
            </a:r>
            <a:r>
              <a:rPr kumimoji="0" lang="ko-KR" altLang="en-US"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리전간 트래픽 비용 발생</a:t>
            </a: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rPr>
              <a:t>)</a:t>
            </a:r>
            <a:endParaRPr kumimoji="0" lang="en-US" altLang="ko-KR"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ptos" panose="020B0004020202020204" pitchFamily="34" charset="0"/>
                <a:cs typeface="Gulim" panose="020B0600000101010101" pitchFamily="34" charset="-127"/>
                <a:hlinkClick r:id="rId7"/>
              </a:rPr>
              <a:t>learning/cyclecloud/gpu-monitoring.md at main · jungkyupark1/learning</a:t>
            </a:r>
            <a:endParaRPr lang="en-US"/>
          </a:p>
        </p:txBody>
      </p:sp>
    </p:spTree>
    <p:extLst>
      <p:ext uri="{BB962C8B-B14F-4D97-AF65-F5344CB8AC3E}">
        <p14:creationId xmlns:p14="http://schemas.microsoft.com/office/powerpoint/2010/main" val="187909024"/>
      </p:ext>
    </p:extLst>
  </p:cSld>
  <p:clrMapOvr>
    <a:masterClrMapping/>
  </p:clrMapOvr>
  <p:transition>
    <p:fade/>
  </p:transition>
</p:sld>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brand_template_blue_accessible.pptx" id="{F774D412-23CA-4DC2-A47D-10DB1AEE7EFE}" vid="{952AAC9D-4DB4-450B-87D3-2D1B406135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08e84658-33ce-4c8d-a03d-dc642cfac230"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CCBBE99590A7A4A93C1CFB29C56B0F4" ma:contentTypeVersion="9" ma:contentTypeDescription="Create a new document." ma:contentTypeScope="" ma:versionID="869231b1c4b4d6b67544d17cb45ec8b7">
  <xsd:schema xmlns:xsd="http://www.w3.org/2001/XMLSchema" xmlns:xs="http://www.w3.org/2001/XMLSchema" xmlns:p="http://schemas.microsoft.com/office/2006/metadata/properties" xmlns:ns1="http://schemas.microsoft.com/sharepoint/v3" xmlns:ns2="f0375dd4-3e73-4a11-8ab4-05910697eb74" xmlns:ns3="08e84658-33ce-4c8d-a03d-dc642cfac230" targetNamespace="http://schemas.microsoft.com/office/2006/metadata/properties" ma:root="true" ma:fieldsID="6ef635c98569d317d6e8b60904bb8af6" ns1:_="" ns2:_="" ns3:_="">
    <xsd:import namespace="http://schemas.microsoft.com/sharepoint/v3"/>
    <xsd:import namespace="f0375dd4-3e73-4a11-8ab4-05910697eb74"/>
    <xsd:import namespace="08e84658-33ce-4c8d-a03d-dc642cfac23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1:_ip_UnifiedCompliancePolicyProperties" minOccurs="0"/>
                <xsd:element ref="ns1:_ip_UnifiedCompliancePolicyUIAc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375dd4-3e73-4a11-8ab4-05910697eb7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8e84658-33ce-4c8d-a03d-dc642cfac23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1B1131-15CA-429C-B875-56F79CD6C674}">
  <ds:schemaRefs>
    <ds:schemaRef ds:uri="http://schemas.microsoft.com/office/2006/metadata/properties"/>
    <ds:schemaRef ds:uri="http://schemas.microsoft.com/office/infopath/2007/PartnerControls"/>
    <ds:schemaRef ds:uri="08e84658-33ce-4c8d-a03d-dc642cfac230"/>
    <ds:schemaRef ds:uri="http://schemas.microsoft.com/sharepoint/v3"/>
  </ds:schemaRefs>
</ds:datastoreItem>
</file>

<file path=customXml/itemProps2.xml><?xml version="1.0" encoding="utf-8"?>
<ds:datastoreItem xmlns:ds="http://schemas.openxmlformats.org/officeDocument/2006/customXml" ds:itemID="{02F01F15-61E1-4558-9277-9742BCB12C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0375dd4-3e73-4a11-8ab4-05910697eb74"/>
    <ds:schemaRef ds:uri="08e84658-33ce-4c8d-a03d-dc642cfac2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0773F8E-CD3C-401D-81D0-68F54DCC798C}">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Microsoft_brand_template_blue</Template>
  <TotalTime>361</TotalTime>
  <Words>1093</Words>
  <Application>Microsoft Office PowerPoint</Application>
  <PresentationFormat>Widescreen</PresentationFormat>
  <Paragraphs>157</Paragraphs>
  <Slides>8</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Gulim</vt:lpstr>
      <vt:lpstr>Aptos</vt:lpstr>
      <vt:lpstr>Arial</vt:lpstr>
      <vt:lpstr>Consolas</vt:lpstr>
      <vt:lpstr>Segoe UI</vt:lpstr>
      <vt:lpstr>Segoe UI Semibold</vt:lpstr>
      <vt:lpstr>Wingdings</vt:lpstr>
      <vt:lpstr>White Template</vt:lpstr>
      <vt:lpstr>Cyclecloud</vt:lpstr>
      <vt:lpstr>Cyclecloud Slurm</vt:lpstr>
      <vt:lpstr>Slurm 기본 동작</vt:lpstr>
      <vt:lpstr>Cyclecloud integration with NGC containers</vt:lpstr>
      <vt:lpstr>Cyclecloud Tutorial</vt:lpstr>
      <vt:lpstr>현재 KT 클러스터 버전 현황</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Jungkyu Park</dc:creator>
  <cp:keywords/>
  <dc:description/>
  <cp:lastModifiedBy>John Kim</cp:lastModifiedBy>
  <cp:revision>13</cp:revision>
  <dcterms:created xsi:type="dcterms:W3CDTF">2026-04-06T04:56:13Z</dcterms:created>
  <dcterms:modified xsi:type="dcterms:W3CDTF">2026-07-23T01:41:52Z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0x0101003CCBBE99590A7A4A93C1CFB29C56B0F4</vt:lpwstr>
  </property>
</Properties>
</file>